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8" r:id="rId4"/>
    <p:sldMasterId id="214748366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Lst>
  <p:sldSz cy="5143500" cx="9144000"/>
  <p:notesSz cx="6858000" cy="9144000"/>
  <p:embeddedFontLst>
    <p:embeddedFont>
      <p:font typeface="Play"/>
      <p:regular r:id="rId42"/>
      <p:bold r:id="rId43"/>
    </p:embeddedFont>
    <p:embeddedFont>
      <p:font typeface="Google Sans"/>
      <p:regular r:id="rId44"/>
      <p:bold r:id="rId45"/>
      <p:italic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font" Target="fonts/Play-regular.fntdata"/><Relationship Id="rId41" Type="http://schemas.openxmlformats.org/officeDocument/2006/relationships/slide" Target="slides/slide35.xml"/><Relationship Id="rId22" Type="http://schemas.openxmlformats.org/officeDocument/2006/relationships/slide" Target="slides/slide16.xml"/><Relationship Id="rId44" Type="http://schemas.openxmlformats.org/officeDocument/2006/relationships/font" Target="fonts/GoogleSans-regular.fntdata"/><Relationship Id="rId21" Type="http://schemas.openxmlformats.org/officeDocument/2006/relationships/slide" Target="slides/slide15.xml"/><Relationship Id="rId43" Type="http://schemas.openxmlformats.org/officeDocument/2006/relationships/font" Target="fonts/Play-bold.fntdata"/><Relationship Id="rId24" Type="http://schemas.openxmlformats.org/officeDocument/2006/relationships/slide" Target="slides/slide18.xml"/><Relationship Id="rId46" Type="http://schemas.openxmlformats.org/officeDocument/2006/relationships/font" Target="fonts/GoogleSans-italic.fntdata"/><Relationship Id="rId23" Type="http://schemas.openxmlformats.org/officeDocument/2006/relationships/slide" Target="slides/slide17.xml"/><Relationship Id="rId45" Type="http://schemas.openxmlformats.org/officeDocument/2006/relationships/font" Target="fonts/GoogleSans-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47" Type="http://schemas.openxmlformats.org/officeDocument/2006/relationships/font" Target="fonts/GoogleSans-boldItalic.fntdata"/><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d3497619e6_3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g3d3497619e6_3_8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d3497619e6_3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g3d3497619e6_3_8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d3497619e6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d3497619e6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d3497619e6_3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g3d3497619e6_3_9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a8b5cda8d8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a8b5cda8d8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d3497619e6_3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g3d3497619e6_3_1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d34e94fae4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d34e94fae4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a8b5cda8d8_2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a8b5cda8d8_2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a8b5cda8d8_2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a8b5cda8d8_2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a8b5cda8d8_2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a8b5cda8d8_2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d3497619e6_3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g3d3497619e6_3_10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a8b5cda8d8_2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g3a8b5cda8d8_2_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e48e217e4f_3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e48e217e4f_3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a8b5cda8d8_2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a8b5cda8d8_2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e48e217e4f_4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e48e217e4f_4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e48e217e4f_3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e48e217e4f_3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a8b5cda8d8_2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3a8b5cda8d8_2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a8b5cda8d8_2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a8b5cda8d8_2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e48e217e4f_4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e48e217e4f_4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e48e217e4f_4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e48e217e4f_4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a8b5cda8d8_2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a8b5cda8d8_2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e48e217e4f_3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e48e217e4f_3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a8b5cda8d8_2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a8b5cda8d8_2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e48e217e4f_1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e48e217e4f_1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e48e217e4f_3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3e48e217e4f_3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e48e217e4f_1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3e48e217e4f_1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a8b5cda8d8_2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3a8b5cda8d8_2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e48e217e4f_3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3e48e217e4f_3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3e48e217e4f_1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3e48e217e4f_1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3e48e217e4f_3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3e48e217e4f_3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a8b5cda8d8_2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3a8b5cda8d8_2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e48e217e4f_1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3e48e217e4f_1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e48e217e4f_1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3e48e217e4f_1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3e48e217e4f_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3e48e217e4f_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d33a19186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3d33a19186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jpg"/><Relationship Id="rId3" Type="http://schemas.openxmlformats.org/officeDocument/2006/relationships/image" Target="../media/image39.png"/><Relationship Id="rId4"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1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8.png"/><Relationship Id="rId4" Type="http://schemas.openxmlformats.org/officeDocument/2006/relationships/image" Target="../media/image20.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20.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jp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9.png"/><Relationship Id="rId3" Type="http://schemas.openxmlformats.org/officeDocument/2006/relationships/image" Target="../media/image19.png"/><Relationship Id="rId4"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A principal">
  <p:cSld name="PORTADA principal">
    <p:bg>
      <p:bgPr>
        <a:blipFill>
          <a:blip r:embed="rId2">
            <a:alphaModFix/>
          </a:blip>
          <a:stretch>
            <a:fillRect/>
          </a:stretch>
        </a:blipFill>
      </p:bgPr>
    </p:bg>
    <p:spTree>
      <p:nvGrpSpPr>
        <p:cNvPr id="56" name="Shape 56"/>
        <p:cNvGrpSpPr/>
        <p:nvPr/>
      </p:nvGrpSpPr>
      <p:grpSpPr>
        <a:xfrm>
          <a:off x="0" y="0"/>
          <a:ext cx="0" cy="0"/>
          <a:chOff x="0" y="0"/>
          <a:chExt cx="0" cy="0"/>
        </a:xfrm>
      </p:grpSpPr>
      <p:pic>
        <p:nvPicPr>
          <p:cNvPr id="57" name="Google Shape;57;p14"/>
          <p:cNvPicPr preferRelativeResize="0"/>
          <p:nvPr/>
        </p:nvPicPr>
        <p:blipFill rotWithShape="1">
          <a:blip r:embed="rId3">
            <a:alphaModFix/>
          </a:blip>
          <a:srcRect b="0" l="0" r="0" t="0"/>
          <a:stretch/>
        </p:blipFill>
        <p:spPr>
          <a:xfrm>
            <a:off x="8894290" y="1347605"/>
            <a:ext cx="53224" cy="2448290"/>
          </a:xfrm>
          <a:prstGeom prst="rect">
            <a:avLst/>
          </a:prstGeom>
          <a:noFill/>
          <a:ln>
            <a:noFill/>
          </a:ln>
        </p:spPr>
      </p:pic>
      <p:sp>
        <p:nvSpPr>
          <p:cNvPr id="58" name="Google Shape;58;p14"/>
          <p:cNvSpPr/>
          <p:nvPr/>
        </p:nvSpPr>
        <p:spPr>
          <a:xfrm>
            <a:off x="4458745" y="462516"/>
            <a:ext cx="4256015" cy="4250366"/>
          </a:xfrm>
          <a:prstGeom prst="rect">
            <a:avLst/>
          </a:prstGeom>
          <a:solidFill>
            <a:srgbClr val="4E7CD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9" name="Google Shape;59;p14"/>
          <p:cNvSpPr/>
          <p:nvPr/>
        </p:nvSpPr>
        <p:spPr>
          <a:xfrm>
            <a:off x="4798912" y="2091485"/>
            <a:ext cx="221097" cy="221097"/>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000" u="none" cap="none" strike="noStrike">
              <a:solidFill>
                <a:schemeClr val="lt1"/>
              </a:solidFill>
              <a:latin typeface="Arial"/>
              <a:ea typeface="Arial"/>
              <a:cs typeface="Arial"/>
              <a:sym typeface="Arial"/>
            </a:endParaRPr>
          </a:p>
        </p:txBody>
      </p:sp>
      <p:cxnSp>
        <p:nvCxnSpPr>
          <p:cNvPr id="60" name="Google Shape;60;p14"/>
          <p:cNvCxnSpPr/>
          <p:nvPr/>
        </p:nvCxnSpPr>
        <p:spPr>
          <a:xfrm>
            <a:off x="5247167" y="3079865"/>
            <a:ext cx="3086100" cy="0"/>
          </a:xfrm>
          <a:prstGeom prst="straightConnector1">
            <a:avLst/>
          </a:prstGeom>
          <a:noFill/>
          <a:ln cap="flat" cmpd="sng" w="19050">
            <a:solidFill>
              <a:schemeClr val="lt1"/>
            </a:solidFill>
            <a:prstDash val="solid"/>
            <a:miter lim="800000"/>
            <a:headEnd len="sm" w="sm" type="none"/>
            <a:tailEnd len="sm" w="sm" type="none"/>
          </a:ln>
        </p:spPr>
      </p:cxnSp>
      <p:sp>
        <p:nvSpPr>
          <p:cNvPr id="61" name="Google Shape;61;p14"/>
          <p:cNvSpPr txBox="1"/>
          <p:nvPr>
            <p:ph type="title"/>
          </p:nvPr>
        </p:nvSpPr>
        <p:spPr>
          <a:xfrm>
            <a:off x="5186857" y="1951058"/>
            <a:ext cx="3283363" cy="979541"/>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lt1"/>
              </a:buClr>
              <a:buSzPts val="3300"/>
              <a:buFont typeface="Arial"/>
              <a:buNone/>
              <a:defRPr b="1">
                <a:solidFill>
                  <a:schemeClr val="lt1"/>
                </a:solidFill>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2" name="Google Shape;62;p14"/>
          <p:cNvSpPr txBox="1"/>
          <p:nvPr>
            <p:ph idx="1" type="subTitle"/>
          </p:nvPr>
        </p:nvSpPr>
        <p:spPr>
          <a:xfrm>
            <a:off x="5202964" y="3229130"/>
            <a:ext cx="3267256" cy="460714"/>
          </a:xfrm>
          <a:prstGeom prst="rect">
            <a:avLst/>
          </a:prstGeom>
          <a:noFill/>
          <a:ln>
            <a:noFill/>
          </a:ln>
        </p:spPr>
        <p:txBody>
          <a:bodyPr anchorCtr="0" anchor="t" bIns="0" lIns="0" spcFirstLastPara="1" rIns="0" wrap="square" tIns="0">
            <a:spAutoFit/>
          </a:bodyPr>
          <a:lstStyle>
            <a:lvl1pPr lvl="0" algn="l">
              <a:lnSpc>
                <a:spcPct val="90000"/>
              </a:lnSpc>
              <a:spcBef>
                <a:spcPts val="800"/>
              </a:spcBef>
              <a:spcAft>
                <a:spcPts val="0"/>
              </a:spcAft>
              <a:buClr>
                <a:schemeClr val="lt1"/>
              </a:buClr>
              <a:buSzPts val="1800"/>
              <a:buChar char="•"/>
              <a:defRPr sz="1800">
                <a:solidFill>
                  <a:schemeClr val="lt1"/>
                </a:solidFill>
                <a:latin typeface="Arial"/>
                <a:ea typeface="Arial"/>
                <a:cs typeface="Arial"/>
                <a:sym typeface="Arial"/>
              </a:defRPr>
            </a:lvl1pPr>
            <a:lvl2pPr lvl="1" algn="l">
              <a:lnSpc>
                <a:spcPct val="90000"/>
              </a:lnSpc>
              <a:spcBef>
                <a:spcPts val="400"/>
              </a:spcBef>
              <a:spcAft>
                <a:spcPts val="0"/>
              </a:spcAft>
              <a:buClr>
                <a:schemeClr val="dk1"/>
              </a:buClr>
              <a:buSzPts val="1400"/>
              <a:buChar char="•"/>
              <a:defRPr/>
            </a:lvl2pPr>
            <a:lvl3pPr lvl="2" algn="l">
              <a:lnSpc>
                <a:spcPct val="90000"/>
              </a:lnSpc>
              <a:spcBef>
                <a:spcPts val="400"/>
              </a:spcBef>
              <a:spcAft>
                <a:spcPts val="0"/>
              </a:spcAft>
              <a:buClr>
                <a:schemeClr val="dk1"/>
              </a:buClr>
              <a:buSzPts val="1400"/>
              <a:buChar char="•"/>
              <a:defRPr/>
            </a:lvl3pPr>
            <a:lvl4pPr lvl="3" algn="l">
              <a:lnSpc>
                <a:spcPct val="90000"/>
              </a:lnSpc>
              <a:spcBef>
                <a:spcPts val="400"/>
              </a:spcBef>
              <a:spcAft>
                <a:spcPts val="0"/>
              </a:spcAft>
              <a:buClr>
                <a:schemeClr val="dk1"/>
              </a:buClr>
              <a:buSzPts val="1400"/>
              <a:buChar char="•"/>
              <a:defRPr/>
            </a:lvl4pPr>
            <a:lvl5pPr lvl="4" algn="l">
              <a:lnSpc>
                <a:spcPct val="90000"/>
              </a:lnSpc>
              <a:spcBef>
                <a:spcPts val="400"/>
              </a:spcBef>
              <a:spcAft>
                <a:spcPts val="0"/>
              </a:spcAft>
              <a:buClr>
                <a:schemeClr val="dk1"/>
              </a:buClr>
              <a:buSzPts val="1400"/>
              <a:buChar char="•"/>
              <a:defRPr/>
            </a:lvl5pPr>
            <a:lvl6pPr lvl="5" algn="l">
              <a:lnSpc>
                <a:spcPct val="90000"/>
              </a:lnSpc>
              <a:spcBef>
                <a:spcPts val="400"/>
              </a:spcBef>
              <a:spcAft>
                <a:spcPts val="0"/>
              </a:spcAft>
              <a:buClr>
                <a:schemeClr val="dk1"/>
              </a:buClr>
              <a:buSzPts val="1400"/>
              <a:buChar char="•"/>
              <a:defRPr/>
            </a:lvl6pPr>
            <a:lvl7pPr lvl="6" algn="l">
              <a:lnSpc>
                <a:spcPct val="90000"/>
              </a:lnSpc>
              <a:spcBef>
                <a:spcPts val="400"/>
              </a:spcBef>
              <a:spcAft>
                <a:spcPts val="0"/>
              </a:spcAft>
              <a:buClr>
                <a:schemeClr val="dk1"/>
              </a:buClr>
              <a:buSzPts val="1400"/>
              <a:buChar char="•"/>
              <a:defRPr/>
            </a:lvl7pPr>
            <a:lvl8pPr lvl="7" algn="l">
              <a:lnSpc>
                <a:spcPct val="90000"/>
              </a:lnSpc>
              <a:spcBef>
                <a:spcPts val="400"/>
              </a:spcBef>
              <a:spcAft>
                <a:spcPts val="0"/>
              </a:spcAft>
              <a:buClr>
                <a:schemeClr val="dk1"/>
              </a:buClr>
              <a:buSzPts val="1400"/>
              <a:buChar char="•"/>
              <a:defRPr/>
            </a:lvl8pPr>
            <a:lvl9pPr lvl="8" algn="l">
              <a:lnSpc>
                <a:spcPct val="90000"/>
              </a:lnSpc>
              <a:spcBef>
                <a:spcPts val="400"/>
              </a:spcBef>
              <a:spcAft>
                <a:spcPts val="0"/>
              </a:spcAft>
              <a:buClr>
                <a:schemeClr val="dk1"/>
              </a:buClr>
              <a:buSzPts val="1400"/>
              <a:buChar char="•"/>
              <a:defRPr/>
            </a:lvl9pPr>
          </a:lstStyle>
          <a:p/>
        </p:txBody>
      </p:sp>
      <p:pic>
        <p:nvPicPr>
          <p:cNvPr id="63" name="Google Shape;63;p14"/>
          <p:cNvPicPr preferRelativeResize="0"/>
          <p:nvPr/>
        </p:nvPicPr>
        <p:blipFill rotWithShape="1">
          <a:blip r:embed="rId4">
            <a:alphaModFix/>
          </a:blip>
          <a:srcRect b="0" l="0" r="0" t="0"/>
          <a:stretch/>
        </p:blipFill>
        <p:spPr>
          <a:xfrm>
            <a:off x="5376609" y="905221"/>
            <a:ext cx="2531930" cy="406735"/>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1">
  <p:cSld name="INTERIOR 1">
    <p:spTree>
      <p:nvGrpSpPr>
        <p:cNvPr id="64" name="Shape 64"/>
        <p:cNvGrpSpPr/>
        <p:nvPr/>
      </p:nvGrpSpPr>
      <p:grpSpPr>
        <a:xfrm>
          <a:off x="0" y="0"/>
          <a:ext cx="0" cy="0"/>
          <a:chOff x="0" y="0"/>
          <a:chExt cx="0" cy="0"/>
        </a:xfrm>
      </p:grpSpPr>
      <p:sp>
        <p:nvSpPr>
          <p:cNvPr id="65" name="Google Shape;65;p15"/>
          <p:cNvSpPr txBox="1"/>
          <p:nvPr>
            <p:ph idx="1" type="body"/>
          </p:nvPr>
        </p:nvSpPr>
        <p:spPr>
          <a:xfrm>
            <a:off x="491014" y="413281"/>
            <a:ext cx="3687581" cy="352264"/>
          </a:xfrm>
          <a:prstGeom prst="rect">
            <a:avLst/>
          </a:prstGeom>
          <a:noFill/>
          <a:ln>
            <a:noFill/>
          </a:ln>
        </p:spPr>
        <p:txBody>
          <a:bodyPr anchorCtr="0" anchor="t" bIns="34275" lIns="68575" spcFirstLastPara="1" rIns="68575" wrap="square" tIns="34275">
            <a:noAutofit/>
          </a:bodyPr>
          <a:lstStyle>
            <a:lvl1pPr indent="-381000" lvl="0" marL="457200" algn="l">
              <a:lnSpc>
                <a:spcPct val="90000"/>
              </a:lnSpc>
              <a:spcBef>
                <a:spcPts val="800"/>
              </a:spcBef>
              <a:spcAft>
                <a:spcPts val="0"/>
              </a:spcAft>
              <a:buClr>
                <a:schemeClr val="dk1"/>
              </a:buClr>
              <a:buSzPts val="2400"/>
              <a:buChar char="•"/>
              <a:defRPr b="1" sz="2400">
                <a:solidFill>
                  <a:schemeClr val="dk1"/>
                </a:solidFill>
                <a:latin typeface="Arial"/>
                <a:ea typeface="Arial"/>
                <a:cs typeface="Arial"/>
                <a:sym typeface="Arial"/>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6" name="Google Shape;66;p15"/>
          <p:cNvSpPr txBox="1"/>
          <p:nvPr>
            <p:ph idx="2" type="body"/>
          </p:nvPr>
        </p:nvSpPr>
        <p:spPr>
          <a:xfrm>
            <a:off x="480536" y="853178"/>
            <a:ext cx="3698059" cy="414755"/>
          </a:xfrm>
          <a:prstGeom prst="rect">
            <a:avLst/>
          </a:prstGeom>
          <a:noFill/>
          <a:ln>
            <a:noFill/>
          </a:ln>
        </p:spPr>
        <p:txBody>
          <a:bodyPr anchorCtr="0" anchor="t" bIns="34275" lIns="68575" spcFirstLastPara="1" rIns="68575" wrap="square" tIns="34275">
            <a:normAutofit/>
          </a:bodyPr>
          <a:lstStyle>
            <a:lvl1pPr indent="-298450" lvl="0" marL="457200" algn="l">
              <a:lnSpc>
                <a:spcPct val="90000"/>
              </a:lnSpc>
              <a:spcBef>
                <a:spcPts val="800"/>
              </a:spcBef>
              <a:spcAft>
                <a:spcPts val="0"/>
              </a:spcAft>
              <a:buClr>
                <a:schemeClr val="dk1"/>
              </a:buClr>
              <a:buSzPts val="1100"/>
              <a:buChar char="•"/>
              <a:defRPr sz="1100">
                <a:latin typeface="Arial"/>
                <a:ea typeface="Arial"/>
                <a:cs typeface="Arial"/>
                <a:sym typeface="Arial"/>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7" name="Google Shape;67;p15"/>
          <p:cNvSpPr/>
          <p:nvPr/>
        </p:nvSpPr>
        <p:spPr>
          <a:xfrm>
            <a:off x="0" y="0"/>
            <a:ext cx="414670" cy="414670"/>
          </a:xfrm>
          <a:prstGeom prst="rect">
            <a:avLst/>
          </a:prstGeom>
          <a:solidFill>
            <a:srgbClr val="4E7CD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nvGrpSpPr>
          <p:cNvPr id="68" name="Google Shape;68;p15"/>
          <p:cNvGrpSpPr/>
          <p:nvPr/>
        </p:nvGrpSpPr>
        <p:grpSpPr>
          <a:xfrm>
            <a:off x="7919293" y="4704907"/>
            <a:ext cx="1053785" cy="240736"/>
            <a:chOff x="8941676" y="5879067"/>
            <a:chExt cx="2618358" cy="598161"/>
          </a:xfrm>
        </p:grpSpPr>
        <p:sp>
          <p:nvSpPr>
            <p:cNvPr id="69" name="Google Shape;69;p15"/>
            <p:cNvSpPr/>
            <p:nvPr/>
          </p:nvSpPr>
          <p:spPr>
            <a:xfrm>
              <a:off x="8941676" y="5949980"/>
              <a:ext cx="1618615" cy="525145"/>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chemeClr val="dk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70" name="Google Shape;70;p15"/>
            <p:cNvSpPr/>
            <p:nvPr/>
          </p:nvSpPr>
          <p:spPr>
            <a:xfrm>
              <a:off x="10672317" y="5994129"/>
              <a:ext cx="388620" cy="482600"/>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grpSp>
          <p:nvGrpSpPr>
            <p:cNvPr id="71" name="Google Shape;71;p15"/>
            <p:cNvGrpSpPr/>
            <p:nvPr/>
          </p:nvGrpSpPr>
          <p:grpSpPr>
            <a:xfrm>
              <a:off x="11114331" y="5879067"/>
              <a:ext cx="445703" cy="598161"/>
              <a:chOff x="18406074" y="10234089"/>
              <a:chExt cx="445703" cy="598161"/>
            </a:xfrm>
          </p:grpSpPr>
          <p:sp>
            <p:nvSpPr>
              <p:cNvPr id="72" name="Google Shape;72;p15"/>
              <p:cNvSpPr/>
              <p:nvPr/>
            </p:nvSpPr>
            <p:spPr>
              <a:xfrm>
                <a:off x="18406074" y="10341395"/>
                <a:ext cx="376555" cy="490855"/>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pic>
            <p:nvPicPr>
              <p:cNvPr id="73" name="Google Shape;73;p15"/>
              <p:cNvPicPr preferRelativeResize="0"/>
              <p:nvPr/>
            </p:nvPicPr>
            <p:blipFill rotWithShape="1">
              <a:blip r:embed="rId2">
                <a:alphaModFix/>
              </a:blip>
              <a:srcRect b="0" l="0" r="0" t="0"/>
              <a:stretch/>
            </p:blipFill>
            <p:spPr>
              <a:xfrm>
                <a:off x="18739823" y="10234089"/>
                <a:ext cx="111954" cy="111944"/>
              </a:xfrm>
              <a:prstGeom prst="rect">
                <a:avLst/>
              </a:prstGeom>
              <a:noFill/>
              <a:ln>
                <a:noFill/>
              </a:ln>
            </p:spPr>
          </p:pic>
        </p:grpSp>
      </p:grpSp>
      <p:pic>
        <p:nvPicPr>
          <p:cNvPr id="74" name="Google Shape;74;p15"/>
          <p:cNvPicPr preferRelativeResize="0"/>
          <p:nvPr/>
        </p:nvPicPr>
        <p:blipFill rotWithShape="1">
          <a:blip r:embed="rId3">
            <a:alphaModFix/>
          </a:blip>
          <a:srcRect b="0" l="0" r="0" t="0"/>
          <a:stretch/>
        </p:blipFill>
        <p:spPr>
          <a:xfrm rot="5400000">
            <a:off x="2035851" y="3256780"/>
            <a:ext cx="89556" cy="3179234"/>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A interior 1">
  <p:cSld name="PORTADA interior 1">
    <p:bg>
      <p:bgPr>
        <a:blipFill>
          <a:blip r:embed="rId2">
            <a:alphaModFix/>
          </a:blip>
          <a:stretch>
            <a:fillRect/>
          </a:stretch>
        </a:blipFill>
      </p:bgPr>
    </p:bg>
    <p:spTree>
      <p:nvGrpSpPr>
        <p:cNvPr id="75" name="Shape 75"/>
        <p:cNvGrpSpPr/>
        <p:nvPr/>
      </p:nvGrpSpPr>
      <p:grpSpPr>
        <a:xfrm>
          <a:off x="0" y="0"/>
          <a:ext cx="0" cy="0"/>
          <a:chOff x="0" y="0"/>
          <a:chExt cx="0" cy="0"/>
        </a:xfrm>
      </p:grpSpPr>
      <p:sp>
        <p:nvSpPr>
          <p:cNvPr id="76" name="Google Shape;76;p16"/>
          <p:cNvSpPr/>
          <p:nvPr/>
        </p:nvSpPr>
        <p:spPr>
          <a:xfrm>
            <a:off x="5823869" y="1607751"/>
            <a:ext cx="2952716" cy="2134071"/>
          </a:xfrm>
          <a:prstGeom prst="rect">
            <a:avLst/>
          </a:prstGeom>
          <a:solidFill>
            <a:srgbClr val="FFFFFF">
              <a:alpha val="30980"/>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77" name="Google Shape;77;p16"/>
          <p:cNvSpPr/>
          <p:nvPr/>
        </p:nvSpPr>
        <p:spPr>
          <a:xfrm>
            <a:off x="5823870" y="1607752"/>
            <a:ext cx="257143" cy="257144"/>
          </a:xfrm>
          <a:prstGeom prst="rect">
            <a:avLst/>
          </a:prstGeom>
          <a:solidFill>
            <a:srgbClr val="4E7CD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78" name="Google Shape;78;p16"/>
          <p:cNvSpPr txBox="1"/>
          <p:nvPr>
            <p:ph type="title"/>
          </p:nvPr>
        </p:nvSpPr>
        <p:spPr>
          <a:xfrm>
            <a:off x="6343891" y="2064537"/>
            <a:ext cx="2104331" cy="1220498"/>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lt1"/>
              </a:buClr>
              <a:buSzPts val="2400"/>
              <a:buFont typeface="Arial"/>
              <a:buNone/>
              <a:defRPr b="1" sz="2400">
                <a:solidFill>
                  <a:schemeClr val="lt1"/>
                </a:solidFill>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9" name="Google Shape;79;p16"/>
          <p:cNvSpPr/>
          <p:nvPr/>
        </p:nvSpPr>
        <p:spPr>
          <a:xfrm>
            <a:off x="0" y="2021305"/>
            <a:ext cx="1094874" cy="1100890"/>
          </a:xfrm>
          <a:prstGeom prst="rect">
            <a:avLst/>
          </a:prstGeom>
          <a:solidFill>
            <a:srgbClr val="4E7CD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80" name="Google Shape;80;p16"/>
          <p:cNvSpPr txBox="1"/>
          <p:nvPr/>
        </p:nvSpPr>
        <p:spPr>
          <a:xfrm>
            <a:off x="-1" y="2064537"/>
            <a:ext cx="1094875" cy="1032888"/>
          </a:xfrm>
          <a:prstGeom prst="rect">
            <a:avLst/>
          </a:prstGeom>
          <a:noFill/>
          <a:ln>
            <a:noFill/>
          </a:ln>
        </p:spPr>
        <p:txBody>
          <a:bodyPr anchorCtr="0" anchor="ctr" bIns="34275" lIns="68575" spcFirstLastPara="1" rIns="68575" wrap="square" tIns="34275">
            <a:normAutofit/>
          </a:bodyPr>
          <a:lstStyle/>
          <a:p>
            <a:pPr indent="0" lvl="0" marL="0" marR="0" rtl="0" algn="ctr">
              <a:lnSpc>
                <a:spcPct val="90000"/>
              </a:lnSpc>
              <a:spcBef>
                <a:spcPts val="0"/>
              </a:spcBef>
              <a:spcAft>
                <a:spcPts val="0"/>
              </a:spcAft>
              <a:buClr>
                <a:schemeClr val="lt1"/>
              </a:buClr>
              <a:buSzPts val="6000"/>
              <a:buFont typeface="Arial"/>
              <a:buNone/>
            </a:pPr>
            <a:r>
              <a:rPr b="1" lang="es" sz="6000">
                <a:solidFill>
                  <a:schemeClr val="lt1"/>
                </a:solidFill>
                <a:latin typeface="Arial"/>
                <a:ea typeface="Arial"/>
                <a:cs typeface="Arial"/>
                <a:sym typeface="Arial"/>
              </a:rPr>
              <a:t>01</a:t>
            </a:r>
            <a:endParaRPr b="1" sz="6000">
              <a:solidFill>
                <a:schemeClr val="lt1"/>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A interior 2">
  <p:cSld name="PORTADA interior 2">
    <p:bg>
      <p:bgPr>
        <a:blipFill>
          <a:blip r:embed="rId2">
            <a:alphaModFix/>
          </a:blip>
          <a:stretch>
            <a:fillRect/>
          </a:stretch>
        </a:blipFill>
      </p:bgPr>
    </p:bg>
    <p:spTree>
      <p:nvGrpSpPr>
        <p:cNvPr id="81" name="Shape 81"/>
        <p:cNvGrpSpPr/>
        <p:nvPr/>
      </p:nvGrpSpPr>
      <p:grpSpPr>
        <a:xfrm>
          <a:off x="0" y="0"/>
          <a:ext cx="0" cy="0"/>
          <a:chOff x="0" y="0"/>
          <a:chExt cx="0" cy="0"/>
        </a:xfrm>
      </p:grpSpPr>
      <p:sp>
        <p:nvSpPr>
          <p:cNvPr id="82" name="Google Shape;82;p17"/>
          <p:cNvSpPr/>
          <p:nvPr/>
        </p:nvSpPr>
        <p:spPr>
          <a:xfrm>
            <a:off x="5823869" y="1607751"/>
            <a:ext cx="2952716" cy="2134071"/>
          </a:xfrm>
          <a:prstGeom prst="rect">
            <a:avLst/>
          </a:prstGeom>
          <a:solidFill>
            <a:srgbClr val="FFFFFF">
              <a:alpha val="30980"/>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83" name="Google Shape;83;p17"/>
          <p:cNvSpPr/>
          <p:nvPr/>
        </p:nvSpPr>
        <p:spPr>
          <a:xfrm>
            <a:off x="5823870" y="1607752"/>
            <a:ext cx="257143" cy="257144"/>
          </a:xfrm>
          <a:prstGeom prst="rect">
            <a:avLst/>
          </a:prstGeom>
          <a:solidFill>
            <a:srgbClr val="4E7CD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84" name="Google Shape;84;p17"/>
          <p:cNvSpPr txBox="1"/>
          <p:nvPr>
            <p:ph type="title"/>
          </p:nvPr>
        </p:nvSpPr>
        <p:spPr>
          <a:xfrm>
            <a:off x="6343891" y="2064537"/>
            <a:ext cx="2104331" cy="1220498"/>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lt1"/>
              </a:buClr>
              <a:buSzPts val="2400"/>
              <a:buFont typeface="Arial"/>
              <a:buNone/>
              <a:defRPr b="1" sz="2400">
                <a:solidFill>
                  <a:schemeClr val="lt1"/>
                </a:solidFill>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5" name="Google Shape;85;p17"/>
          <p:cNvSpPr/>
          <p:nvPr/>
        </p:nvSpPr>
        <p:spPr>
          <a:xfrm>
            <a:off x="0" y="2021305"/>
            <a:ext cx="1094874" cy="1100890"/>
          </a:xfrm>
          <a:prstGeom prst="rect">
            <a:avLst/>
          </a:prstGeom>
          <a:solidFill>
            <a:srgbClr val="4E7CD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86" name="Google Shape;86;p17"/>
          <p:cNvSpPr txBox="1"/>
          <p:nvPr/>
        </p:nvSpPr>
        <p:spPr>
          <a:xfrm>
            <a:off x="-1" y="2064537"/>
            <a:ext cx="1094875" cy="1032888"/>
          </a:xfrm>
          <a:prstGeom prst="rect">
            <a:avLst/>
          </a:prstGeom>
          <a:noFill/>
          <a:ln>
            <a:noFill/>
          </a:ln>
        </p:spPr>
        <p:txBody>
          <a:bodyPr anchorCtr="0" anchor="ctr" bIns="34275" lIns="68575" spcFirstLastPara="1" rIns="68575" wrap="square" tIns="34275">
            <a:normAutofit/>
          </a:bodyPr>
          <a:lstStyle/>
          <a:p>
            <a:pPr indent="0" lvl="0" marL="0" marR="0" rtl="0" algn="ctr">
              <a:lnSpc>
                <a:spcPct val="90000"/>
              </a:lnSpc>
              <a:spcBef>
                <a:spcPts val="0"/>
              </a:spcBef>
              <a:spcAft>
                <a:spcPts val="0"/>
              </a:spcAft>
              <a:buClr>
                <a:schemeClr val="lt1"/>
              </a:buClr>
              <a:buSzPts val="6000"/>
              <a:buFont typeface="Arial"/>
              <a:buNone/>
            </a:pPr>
            <a:r>
              <a:rPr b="1" lang="es" sz="6000">
                <a:solidFill>
                  <a:schemeClr val="lt1"/>
                </a:solidFill>
                <a:latin typeface="Arial"/>
                <a:ea typeface="Arial"/>
                <a:cs typeface="Arial"/>
                <a:sym typeface="Arial"/>
              </a:rPr>
              <a:t>02</a:t>
            </a:r>
            <a:endParaRPr b="1" sz="6000">
              <a:solidFill>
                <a:schemeClr val="lt1"/>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2">
  <p:cSld name="INTERIOR 2">
    <p:spTree>
      <p:nvGrpSpPr>
        <p:cNvPr id="87" name="Shape 87"/>
        <p:cNvGrpSpPr/>
        <p:nvPr/>
      </p:nvGrpSpPr>
      <p:grpSpPr>
        <a:xfrm>
          <a:off x="0" y="0"/>
          <a:ext cx="0" cy="0"/>
          <a:chOff x="0" y="0"/>
          <a:chExt cx="0" cy="0"/>
        </a:xfrm>
      </p:grpSpPr>
      <p:sp>
        <p:nvSpPr>
          <p:cNvPr id="88" name="Google Shape;88;p18"/>
          <p:cNvSpPr/>
          <p:nvPr/>
        </p:nvSpPr>
        <p:spPr>
          <a:xfrm>
            <a:off x="0" y="0"/>
            <a:ext cx="3344779" cy="5143500"/>
          </a:xfrm>
          <a:prstGeom prst="rect">
            <a:avLst/>
          </a:prstGeom>
          <a:solidFill>
            <a:srgbClr val="26262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89" name="Google Shape;89;p18"/>
          <p:cNvSpPr/>
          <p:nvPr/>
        </p:nvSpPr>
        <p:spPr>
          <a:xfrm>
            <a:off x="728210" y="675658"/>
            <a:ext cx="2811356" cy="3792184"/>
          </a:xfrm>
          <a:prstGeom prst="rect">
            <a:avLst/>
          </a:prstGeom>
          <a:solidFill>
            <a:srgbClr val="4E7CD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pic>
        <p:nvPicPr>
          <p:cNvPr id="90" name="Google Shape;90;p18"/>
          <p:cNvPicPr preferRelativeResize="0"/>
          <p:nvPr/>
        </p:nvPicPr>
        <p:blipFill rotWithShape="1">
          <a:blip r:embed="rId2">
            <a:alphaModFix/>
          </a:blip>
          <a:srcRect b="0" l="0" r="0" t="0"/>
          <a:stretch/>
        </p:blipFill>
        <p:spPr>
          <a:xfrm flipH="1" rot="-5400000">
            <a:off x="8196851" y="2615612"/>
            <a:ext cx="1794120" cy="100179"/>
          </a:xfrm>
          <a:prstGeom prst="rect">
            <a:avLst/>
          </a:prstGeom>
          <a:noFill/>
          <a:ln>
            <a:noFill/>
          </a:ln>
        </p:spPr>
      </p:pic>
      <p:sp>
        <p:nvSpPr>
          <p:cNvPr id="91" name="Google Shape;91;p18"/>
          <p:cNvSpPr txBox="1"/>
          <p:nvPr>
            <p:ph type="title"/>
          </p:nvPr>
        </p:nvSpPr>
        <p:spPr>
          <a:xfrm>
            <a:off x="1108099" y="1664369"/>
            <a:ext cx="2104331" cy="1220498"/>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lt1"/>
              </a:buClr>
              <a:buSzPts val="2400"/>
              <a:buFont typeface="Arial"/>
              <a:buNone/>
              <a:defRPr b="1" sz="2400">
                <a:solidFill>
                  <a:schemeClr val="lt1"/>
                </a:solidFill>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2" name="Google Shape;92;p18"/>
          <p:cNvSpPr txBox="1"/>
          <p:nvPr>
            <p:ph idx="1" type="body"/>
          </p:nvPr>
        </p:nvSpPr>
        <p:spPr>
          <a:xfrm>
            <a:off x="1108099" y="3006680"/>
            <a:ext cx="2104331" cy="559797"/>
          </a:xfrm>
          <a:prstGeom prst="rect">
            <a:avLst/>
          </a:prstGeom>
          <a:noFill/>
          <a:ln>
            <a:noFill/>
          </a:ln>
        </p:spPr>
        <p:txBody>
          <a:bodyPr anchorCtr="0" anchor="t" bIns="34275" lIns="68575" spcFirstLastPara="1" rIns="68575" wrap="square" tIns="34275">
            <a:normAutofit/>
          </a:bodyPr>
          <a:lstStyle>
            <a:lvl1pPr indent="-361950" lvl="0" marL="457200" algn="l">
              <a:lnSpc>
                <a:spcPct val="90000"/>
              </a:lnSpc>
              <a:spcBef>
                <a:spcPts val="800"/>
              </a:spcBef>
              <a:spcAft>
                <a:spcPts val="0"/>
              </a:spcAft>
              <a:buClr>
                <a:schemeClr val="lt1"/>
              </a:buClr>
              <a:buSzPts val="2100"/>
              <a:buChar char="•"/>
              <a:defRPr b="0" i="0">
                <a:solidFill>
                  <a:schemeClr val="lt1"/>
                </a:solidFill>
                <a:latin typeface="Arial"/>
                <a:ea typeface="Arial"/>
                <a:cs typeface="Arial"/>
                <a:sym typeface="Arial"/>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grpSp>
        <p:nvGrpSpPr>
          <p:cNvPr id="93" name="Google Shape;93;p18"/>
          <p:cNvGrpSpPr/>
          <p:nvPr/>
        </p:nvGrpSpPr>
        <p:grpSpPr>
          <a:xfrm>
            <a:off x="7919293" y="4704907"/>
            <a:ext cx="1053785" cy="240736"/>
            <a:chOff x="8941676" y="5879067"/>
            <a:chExt cx="2618358" cy="598161"/>
          </a:xfrm>
        </p:grpSpPr>
        <p:sp>
          <p:nvSpPr>
            <p:cNvPr id="94" name="Google Shape;94;p18"/>
            <p:cNvSpPr/>
            <p:nvPr/>
          </p:nvSpPr>
          <p:spPr>
            <a:xfrm>
              <a:off x="8941676" y="5949980"/>
              <a:ext cx="1618615" cy="525145"/>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chemeClr val="dk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95" name="Google Shape;95;p18"/>
            <p:cNvSpPr/>
            <p:nvPr/>
          </p:nvSpPr>
          <p:spPr>
            <a:xfrm>
              <a:off x="10672317" y="5994129"/>
              <a:ext cx="388620" cy="482600"/>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grpSp>
          <p:nvGrpSpPr>
            <p:cNvPr id="96" name="Google Shape;96;p18"/>
            <p:cNvGrpSpPr/>
            <p:nvPr/>
          </p:nvGrpSpPr>
          <p:grpSpPr>
            <a:xfrm>
              <a:off x="11114331" y="5879067"/>
              <a:ext cx="445703" cy="598161"/>
              <a:chOff x="18406074" y="10234089"/>
              <a:chExt cx="445703" cy="598161"/>
            </a:xfrm>
          </p:grpSpPr>
          <p:sp>
            <p:nvSpPr>
              <p:cNvPr id="97" name="Google Shape;97;p18"/>
              <p:cNvSpPr/>
              <p:nvPr/>
            </p:nvSpPr>
            <p:spPr>
              <a:xfrm>
                <a:off x="18406074" y="10341395"/>
                <a:ext cx="376555" cy="490855"/>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pic>
            <p:nvPicPr>
              <p:cNvPr id="98" name="Google Shape;98;p18"/>
              <p:cNvPicPr preferRelativeResize="0"/>
              <p:nvPr/>
            </p:nvPicPr>
            <p:blipFill rotWithShape="1">
              <a:blip r:embed="rId3">
                <a:alphaModFix/>
              </a:blip>
              <a:srcRect b="0" l="0" r="0" t="0"/>
              <a:stretch/>
            </p:blipFill>
            <p:spPr>
              <a:xfrm>
                <a:off x="18739823" y="10234089"/>
                <a:ext cx="111954" cy="111944"/>
              </a:xfrm>
              <a:prstGeom prst="rect">
                <a:avLst/>
              </a:prstGeom>
              <a:noFill/>
              <a:ln>
                <a:noFill/>
              </a:ln>
            </p:spPr>
          </p:pic>
        </p:grpSp>
      </p:grpSp>
      <p:pic>
        <p:nvPicPr>
          <p:cNvPr id="99" name="Google Shape;99;p18"/>
          <p:cNvPicPr preferRelativeResize="0"/>
          <p:nvPr/>
        </p:nvPicPr>
        <p:blipFill rotWithShape="1">
          <a:blip r:embed="rId4">
            <a:alphaModFix/>
          </a:blip>
          <a:srcRect b="0" l="0" r="0" t="0"/>
          <a:stretch/>
        </p:blipFill>
        <p:spPr>
          <a:xfrm>
            <a:off x="345311" y="986442"/>
            <a:ext cx="89313" cy="3170617"/>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A interior 4">
  <p:cSld name="PORTADA interior 4">
    <p:bg>
      <p:bgPr>
        <a:blipFill>
          <a:blip r:embed="rId2">
            <a:alphaModFix/>
          </a:blip>
          <a:stretch>
            <a:fillRect/>
          </a:stretch>
        </a:blipFill>
      </p:bgPr>
    </p:bg>
    <p:spTree>
      <p:nvGrpSpPr>
        <p:cNvPr id="100" name="Shape 100"/>
        <p:cNvGrpSpPr/>
        <p:nvPr/>
      </p:nvGrpSpPr>
      <p:grpSpPr>
        <a:xfrm>
          <a:off x="0" y="0"/>
          <a:ext cx="0" cy="0"/>
          <a:chOff x="0" y="0"/>
          <a:chExt cx="0" cy="0"/>
        </a:xfrm>
      </p:grpSpPr>
      <p:sp>
        <p:nvSpPr>
          <p:cNvPr id="101" name="Google Shape;101;p19"/>
          <p:cNvSpPr/>
          <p:nvPr/>
        </p:nvSpPr>
        <p:spPr>
          <a:xfrm>
            <a:off x="5823869" y="1607751"/>
            <a:ext cx="2952716" cy="2134071"/>
          </a:xfrm>
          <a:prstGeom prst="rect">
            <a:avLst/>
          </a:prstGeom>
          <a:solidFill>
            <a:srgbClr val="FFFFFF">
              <a:alpha val="30980"/>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02" name="Google Shape;102;p19"/>
          <p:cNvSpPr/>
          <p:nvPr/>
        </p:nvSpPr>
        <p:spPr>
          <a:xfrm>
            <a:off x="5823870" y="1607752"/>
            <a:ext cx="257143" cy="257144"/>
          </a:xfrm>
          <a:prstGeom prst="rect">
            <a:avLst/>
          </a:prstGeom>
          <a:solidFill>
            <a:srgbClr val="4E7CD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03" name="Google Shape;103;p19"/>
          <p:cNvSpPr txBox="1"/>
          <p:nvPr>
            <p:ph type="title"/>
          </p:nvPr>
        </p:nvSpPr>
        <p:spPr>
          <a:xfrm>
            <a:off x="6343891" y="2064537"/>
            <a:ext cx="2104331" cy="1220498"/>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lt1"/>
              </a:buClr>
              <a:buSzPts val="2400"/>
              <a:buFont typeface="Arial"/>
              <a:buNone/>
              <a:defRPr b="1" sz="2400">
                <a:solidFill>
                  <a:schemeClr val="lt1"/>
                </a:solidFill>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4" name="Google Shape;104;p19"/>
          <p:cNvSpPr/>
          <p:nvPr/>
        </p:nvSpPr>
        <p:spPr>
          <a:xfrm>
            <a:off x="0" y="2021305"/>
            <a:ext cx="1094874" cy="1100890"/>
          </a:xfrm>
          <a:prstGeom prst="rect">
            <a:avLst/>
          </a:prstGeom>
          <a:solidFill>
            <a:srgbClr val="4E7CD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05" name="Google Shape;105;p19"/>
          <p:cNvSpPr txBox="1"/>
          <p:nvPr/>
        </p:nvSpPr>
        <p:spPr>
          <a:xfrm>
            <a:off x="-1" y="2064537"/>
            <a:ext cx="1094875" cy="1032888"/>
          </a:xfrm>
          <a:prstGeom prst="rect">
            <a:avLst/>
          </a:prstGeom>
          <a:noFill/>
          <a:ln>
            <a:noFill/>
          </a:ln>
        </p:spPr>
        <p:txBody>
          <a:bodyPr anchorCtr="0" anchor="ctr" bIns="34275" lIns="68575" spcFirstLastPara="1" rIns="68575" wrap="square" tIns="34275">
            <a:normAutofit/>
          </a:bodyPr>
          <a:lstStyle/>
          <a:p>
            <a:pPr indent="0" lvl="0" marL="0" marR="0" rtl="0" algn="ctr">
              <a:lnSpc>
                <a:spcPct val="90000"/>
              </a:lnSpc>
              <a:spcBef>
                <a:spcPts val="0"/>
              </a:spcBef>
              <a:spcAft>
                <a:spcPts val="0"/>
              </a:spcAft>
              <a:buClr>
                <a:schemeClr val="lt1"/>
              </a:buClr>
              <a:buSzPts val="6000"/>
              <a:buFont typeface="Arial"/>
              <a:buNone/>
            </a:pPr>
            <a:r>
              <a:rPr b="1" lang="es" sz="6000">
                <a:solidFill>
                  <a:schemeClr val="lt1"/>
                </a:solidFill>
                <a:latin typeface="Arial"/>
                <a:ea typeface="Arial"/>
                <a:cs typeface="Arial"/>
                <a:sym typeface="Arial"/>
              </a:rPr>
              <a:t>03</a:t>
            </a:r>
            <a:endParaRPr b="1" sz="6000">
              <a:solidFill>
                <a:schemeClr val="lt1"/>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IOR 3">
  <p:cSld name="INTERIOR 3">
    <p:spTree>
      <p:nvGrpSpPr>
        <p:cNvPr id="106" name="Shape 106"/>
        <p:cNvGrpSpPr/>
        <p:nvPr/>
      </p:nvGrpSpPr>
      <p:grpSpPr>
        <a:xfrm>
          <a:off x="0" y="0"/>
          <a:ext cx="0" cy="0"/>
          <a:chOff x="0" y="0"/>
          <a:chExt cx="0" cy="0"/>
        </a:xfrm>
      </p:grpSpPr>
      <p:sp>
        <p:nvSpPr>
          <p:cNvPr id="107" name="Google Shape;107;p20"/>
          <p:cNvSpPr/>
          <p:nvPr/>
        </p:nvSpPr>
        <p:spPr>
          <a:xfrm>
            <a:off x="0" y="0"/>
            <a:ext cx="866274" cy="5143500"/>
          </a:xfrm>
          <a:prstGeom prst="rect">
            <a:avLst/>
          </a:prstGeom>
          <a:solidFill>
            <a:srgbClr val="26262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08" name="Google Shape;108;p20"/>
          <p:cNvSpPr/>
          <p:nvPr/>
        </p:nvSpPr>
        <p:spPr>
          <a:xfrm>
            <a:off x="364223" y="304379"/>
            <a:ext cx="116727" cy="116727"/>
          </a:xfrm>
          <a:prstGeom prst="rect">
            <a:avLst/>
          </a:prstGeom>
          <a:solidFill>
            <a:srgbClr val="4E7CD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000">
              <a:solidFill>
                <a:schemeClr val="lt1"/>
              </a:solidFill>
              <a:latin typeface="Arial"/>
              <a:ea typeface="Arial"/>
              <a:cs typeface="Arial"/>
              <a:sym typeface="Arial"/>
            </a:endParaRPr>
          </a:p>
        </p:txBody>
      </p:sp>
      <p:sp>
        <p:nvSpPr>
          <p:cNvPr id="109" name="Google Shape;109;p20"/>
          <p:cNvSpPr txBox="1"/>
          <p:nvPr>
            <p:ph idx="1" type="body"/>
          </p:nvPr>
        </p:nvSpPr>
        <p:spPr>
          <a:xfrm>
            <a:off x="4883140" y="304379"/>
            <a:ext cx="3687581" cy="352264"/>
          </a:xfrm>
          <a:prstGeom prst="rect">
            <a:avLst/>
          </a:prstGeom>
          <a:noFill/>
          <a:ln>
            <a:noFill/>
          </a:ln>
        </p:spPr>
        <p:txBody>
          <a:bodyPr anchorCtr="0" anchor="t" bIns="34275" lIns="68575" spcFirstLastPara="1" rIns="68575" wrap="square" tIns="34275">
            <a:noAutofit/>
          </a:bodyPr>
          <a:lstStyle>
            <a:lvl1pPr indent="-228600" lvl="0" marL="457200" algn="r">
              <a:lnSpc>
                <a:spcPct val="90000"/>
              </a:lnSpc>
              <a:spcBef>
                <a:spcPts val="800"/>
              </a:spcBef>
              <a:spcAft>
                <a:spcPts val="0"/>
              </a:spcAft>
              <a:buClr>
                <a:schemeClr val="dk1"/>
              </a:buClr>
              <a:buSzPts val="2400"/>
              <a:buNone/>
              <a:defRPr b="1" sz="2400">
                <a:solidFill>
                  <a:schemeClr val="dk1"/>
                </a:solidFill>
                <a:latin typeface="Arial"/>
                <a:ea typeface="Arial"/>
                <a:cs typeface="Arial"/>
                <a:sym typeface="Arial"/>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0" name="Google Shape;110;p20"/>
          <p:cNvSpPr txBox="1"/>
          <p:nvPr>
            <p:ph idx="2" type="body"/>
          </p:nvPr>
        </p:nvSpPr>
        <p:spPr>
          <a:xfrm>
            <a:off x="4883140" y="732109"/>
            <a:ext cx="3698059" cy="211350"/>
          </a:xfrm>
          <a:prstGeom prst="rect">
            <a:avLst/>
          </a:prstGeom>
          <a:noFill/>
          <a:ln>
            <a:noFill/>
          </a:ln>
        </p:spPr>
        <p:txBody>
          <a:bodyPr anchorCtr="0" anchor="t" bIns="34275" lIns="68575" spcFirstLastPara="1" rIns="68575" wrap="square" tIns="34275">
            <a:normAutofit/>
          </a:bodyPr>
          <a:lstStyle>
            <a:lvl1pPr indent="-228600" lvl="0" marL="457200" algn="r">
              <a:lnSpc>
                <a:spcPct val="90000"/>
              </a:lnSpc>
              <a:spcBef>
                <a:spcPts val="800"/>
              </a:spcBef>
              <a:spcAft>
                <a:spcPts val="0"/>
              </a:spcAft>
              <a:buClr>
                <a:schemeClr val="dk1"/>
              </a:buClr>
              <a:buSzPts val="1100"/>
              <a:buNone/>
              <a:defRPr sz="1100">
                <a:latin typeface="Arial"/>
                <a:ea typeface="Arial"/>
                <a:cs typeface="Arial"/>
                <a:sym typeface="Arial"/>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1" name="Google Shape;111;p20"/>
          <p:cNvSpPr/>
          <p:nvPr/>
        </p:nvSpPr>
        <p:spPr>
          <a:xfrm>
            <a:off x="8663934" y="362742"/>
            <a:ext cx="203579" cy="203578"/>
          </a:xfrm>
          <a:prstGeom prst="rect">
            <a:avLst/>
          </a:prstGeom>
          <a:solidFill>
            <a:srgbClr val="4E7CD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grpSp>
        <p:nvGrpSpPr>
          <p:cNvPr id="112" name="Google Shape;112;p20"/>
          <p:cNvGrpSpPr/>
          <p:nvPr/>
        </p:nvGrpSpPr>
        <p:grpSpPr>
          <a:xfrm>
            <a:off x="7919293" y="4704907"/>
            <a:ext cx="1053785" cy="240736"/>
            <a:chOff x="8941676" y="5879067"/>
            <a:chExt cx="2618358" cy="598161"/>
          </a:xfrm>
        </p:grpSpPr>
        <p:sp>
          <p:nvSpPr>
            <p:cNvPr id="113" name="Google Shape;113;p20"/>
            <p:cNvSpPr/>
            <p:nvPr/>
          </p:nvSpPr>
          <p:spPr>
            <a:xfrm>
              <a:off x="8941676" y="5949980"/>
              <a:ext cx="1618615" cy="525145"/>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chemeClr val="dk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sp>
          <p:nvSpPr>
            <p:cNvPr id="114" name="Google Shape;114;p20"/>
            <p:cNvSpPr/>
            <p:nvPr/>
          </p:nvSpPr>
          <p:spPr>
            <a:xfrm>
              <a:off x="10672317" y="5994129"/>
              <a:ext cx="388620" cy="482600"/>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grpSp>
          <p:nvGrpSpPr>
            <p:cNvPr id="115" name="Google Shape;115;p20"/>
            <p:cNvGrpSpPr/>
            <p:nvPr/>
          </p:nvGrpSpPr>
          <p:grpSpPr>
            <a:xfrm>
              <a:off x="11114331" y="5879067"/>
              <a:ext cx="445703" cy="598161"/>
              <a:chOff x="18406074" y="10234089"/>
              <a:chExt cx="445703" cy="598161"/>
            </a:xfrm>
          </p:grpSpPr>
          <p:sp>
            <p:nvSpPr>
              <p:cNvPr id="116" name="Google Shape;116;p20"/>
              <p:cNvSpPr/>
              <p:nvPr/>
            </p:nvSpPr>
            <p:spPr>
              <a:xfrm>
                <a:off x="18406074" y="10341395"/>
                <a:ext cx="376555" cy="490855"/>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400">
                  <a:solidFill>
                    <a:schemeClr val="dk1"/>
                  </a:solidFill>
                  <a:latin typeface="Arial"/>
                  <a:ea typeface="Arial"/>
                  <a:cs typeface="Arial"/>
                  <a:sym typeface="Arial"/>
                </a:endParaRPr>
              </a:p>
            </p:txBody>
          </p:sp>
          <p:pic>
            <p:nvPicPr>
              <p:cNvPr id="117" name="Google Shape;117;p20"/>
              <p:cNvPicPr preferRelativeResize="0"/>
              <p:nvPr/>
            </p:nvPicPr>
            <p:blipFill rotWithShape="1">
              <a:blip r:embed="rId2">
                <a:alphaModFix/>
              </a:blip>
              <a:srcRect b="0" l="0" r="0" t="0"/>
              <a:stretch/>
            </p:blipFill>
            <p:spPr>
              <a:xfrm>
                <a:off x="18739823" y="10234089"/>
                <a:ext cx="111954" cy="111944"/>
              </a:xfrm>
              <a:prstGeom prst="rect">
                <a:avLst/>
              </a:prstGeom>
              <a:noFill/>
              <a:ln>
                <a:noFill/>
              </a:ln>
            </p:spPr>
          </p:pic>
        </p:grpSp>
      </p:grpSp>
      <p:pic>
        <p:nvPicPr>
          <p:cNvPr id="118" name="Google Shape;118;p20"/>
          <p:cNvPicPr preferRelativeResize="0"/>
          <p:nvPr/>
        </p:nvPicPr>
        <p:blipFill rotWithShape="1">
          <a:blip r:embed="rId3">
            <a:alphaModFix/>
          </a:blip>
          <a:srcRect b="0" l="0" r="0" t="0"/>
          <a:stretch/>
        </p:blipFill>
        <p:spPr>
          <a:xfrm>
            <a:off x="388194" y="1683705"/>
            <a:ext cx="89313" cy="3170617"/>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ORTADA interior 3">
  <p:cSld name="PORTADA interior 3">
    <p:bg>
      <p:bgPr>
        <a:blipFill>
          <a:blip r:embed="rId2">
            <a:alphaModFix/>
          </a:blip>
          <a:stretch>
            <a:fillRect/>
          </a:stretch>
        </a:blipFill>
      </p:bgPr>
    </p:bg>
    <p:spTree>
      <p:nvGrpSpPr>
        <p:cNvPr id="119" name="Shape 119"/>
        <p:cNvGrpSpPr/>
        <p:nvPr/>
      </p:nvGrpSpPr>
      <p:grpSpPr>
        <a:xfrm>
          <a:off x="0" y="0"/>
          <a:ext cx="0" cy="0"/>
          <a:chOff x="0" y="0"/>
          <a:chExt cx="0" cy="0"/>
        </a:xfrm>
      </p:grpSpPr>
      <p:sp>
        <p:nvSpPr>
          <p:cNvPr id="120" name="Google Shape;120;p21"/>
          <p:cNvSpPr/>
          <p:nvPr/>
        </p:nvSpPr>
        <p:spPr>
          <a:xfrm>
            <a:off x="5823869" y="1607751"/>
            <a:ext cx="2952716" cy="2134071"/>
          </a:xfrm>
          <a:prstGeom prst="rect">
            <a:avLst/>
          </a:prstGeom>
          <a:solidFill>
            <a:srgbClr val="FFFFFF">
              <a:alpha val="30980"/>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1" name="Google Shape;121;p21"/>
          <p:cNvSpPr/>
          <p:nvPr/>
        </p:nvSpPr>
        <p:spPr>
          <a:xfrm>
            <a:off x="5823870" y="1607752"/>
            <a:ext cx="257143" cy="257144"/>
          </a:xfrm>
          <a:prstGeom prst="rect">
            <a:avLst/>
          </a:prstGeom>
          <a:solidFill>
            <a:srgbClr val="4E7CD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2" name="Google Shape;122;p21"/>
          <p:cNvSpPr txBox="1"/>
          <p:nvPr>
            <p:ph type="title"/>
          </p:nvPr>
        </p:nvSpPr>
        <p:spPr>
          <a:xfrm>
            <a:off x="6343891" y="2064537"/>
            <a:ext cx="2104331" cy="1220498"/>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lt1"/>
              </a:buClr>
              <a:buSzPts val="2400"/>
              <a:buFont typeface="Arial"/>
              <a:buNone/>
              <a:defRPr b="1" sz="2400">
                <a:solidFill>
                  <a:schemeClr val="lt1"/>
                </a:solidFill>
                <a:latin typeface="Arial"/>
                <a:ea typeface="Arial"/>
                <a:cs typeface="Arial"/>
                <a:sym typeface="Aria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3" name="Google Shape;123;p21"/>
          <p:cNvSpPr/>
          <p:nvPr/>
        </p:nvSpPr>
        <p:spPr>
          <a:xfrm>
            <a:off x="0" y="2021305"/>
            <a:ext cx="1094874" cy="1100890"/>
          </a:xfrm>
          <a:prstGeom prst="rect">
            <a:avLst/>
          </a:prstGeom>
          <a:solidFill>
            <a:srgbClr val="4E7CD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24" name="Google Shape;124;p21"/>
          <p:cNvSpPr txBox="1"/>
          <p:nvPr/>
        </p:nvSpPr>
        <p:spPr>
          <a:xfrm>
            <a:off x="-1" y="2064537"/>
            <a:ext cx="1094875" cy="1032888"/>
          </a:xfrm>
          <a:prstGeom prst="rect">
            <a:avLst/>
          </a:prstGeom>
          <a:noFill/>
          <a:ln>
            <a:noFill/>
          </a:ln>
        </p:spPr>
        <p:txBody>
          <a:bodyPr anchorCtr="0" anchor="ctr" bIns="34275" lIns="68575" spcFirstLastPara="1" rIns="68575" wrap="square" tIns="34275">
            <a:normAutofit/>
          </a:bodyPr>
          <a:lstStyle/>
          <a:p>
            <a:pPr indent="0" lvl="0" marL="0" marR="0" rtl="0" algn="ctr">
              <a:lnSpc>
                <a:spcPct val="90000"/>
              </a:lnSpc>
              <a:spcBef>
                <a:spcPts val="0"/>
              </a:spcBef>
              <a:spcAft>
                <a:spcPts val="0"/>
              </a:spcAft>
              <a:buClr>
                <a:schemeClr val="lt1"/>
              </a:buClr>
              <a:buSzPts val="6000"/>
              <a:buFont typeface="Arial"/>
              <a:buNone/>
            </a:pPr>
            <a:r>
              <a:rPr b="1" lang="es" sz="6000">
                <a:solidFill>
                  <a:schemeClr val="lt1"/>
                </a:solidFill>
                <a:latin typeface="Arial"/>
                <a:ea typeface="Arial"/>
                <a:cs typeface="Arial"/>
                <a:sym typeface="Arial"/>
              </a:rPr>
              <a:t>04</a:t>
            </a:r>
            <a:endParaRPr b="1" sz="6000">
              <a:solidFill>
                <a:schemeClr val="lt1"/>
              </a:solidFill>
              <a:latin typeface="Arial"/>
              <a:ea typeface="Arial"/>
              <a:cs typeface="Arial"/>
              <a:sym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PA FINAL">
  <p:cSld name="TAPA FINAL">
    <p:spTree>
      <p:nvGrpSpPr>
        <p:cNvPr id="125" name="Shape 125"/>
        <p:cNvGrpSpPr/>
        <p:nvPr/>
      </p:nvGrpSpPr>
      <p:grpSpPr>
        <a:xfrm>
          <a:off x="0" y="0"/>
          <a:ext cx="0" cy="0"/>
          <a:chOff x="0" y="0"/>
          <a:chExt cx="0" cy="0"/>
        </a:xfrm>
      </p:grpSpPr>
      <p:sp>
        <p:nvSpPr>
          <p:cNvPr id="126" name="Google Shape;126;p22"/>
          <p:cNvSpPr/>
          <p:nvPr/>
        </p:nvSpPr>
        <p:spPr>
          <a:xfrm>
            <a:off x="0" y="1"/>
            <a:ext cx="9144000" cy="5143500"/>
          </a:xfrm>
          <a:prstGeom prst="rect">
            <a:avLst/>
          </a:prstGeom>
          <a:solidFill>
            <a:srgbClr val="26262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grpSp>
        <p:nvGrpSpPr>
          <p:cNvPr id="127" name="Google Shape;127;p22"/>
          <p:cNvGrpSpPr/>
          <p:nvPr/>
        </p:nvGrpSpPr>
        <p:grpSpPr>
          <a:xfrm>
            <a:off x="1927196" y="4084220"/>
            <a:ext cx="5289608" cy="422609"/>
            <a:chOff x="1569453" y="5445627"/>
            <a:chExt cx="7052811" cy="563479"/>
          </a:xfrm>
        </p:grpSpPr>
        <p:pic>
          <p:nvPicPr>
            <p:cNvPr id="128" name="Google Shape;128;p22"/>
            <p:cNvPicPr preferRelativeResize="0"/>
            <p:nvPr/>
          </p:nvPicPr>
          <p:blipFill rotWithShape="1">
            <a:blip r:embed="rId2">
              <a:alphaModFix/>
            </a:blip>
            <a:srcRect b="0" l="0" r="0" t="0"/>
            <a:stretch/>
          </p:blipFill>
          <p:spPr>
            <a:xfrm>
              <a:off x="3569736" y="5445627"/>
              <a:ext cx="5052528" cy="563479"/>
            </a:xfrm>
            <a:prstGeom prst="rect">
              <a:avLst/>
            </a:prstGeom>
            <a:noFill/>
            <a:ln>
              <a:noFill/>
            </a:ln>
          </p:spPr>
        </p:pic>
        <p:pic>
          <p:nvPicPr>
            <p:cNvPr id="129" name="Google Shape;129;p22"/>
            <p:cNvPicPr preferRelativeResize="0"/>
            <p:nvPr/>
          </p:nvPicPr>
          <p:blipFill rotWithShape="1">
            <a:blip r:embed="rId3">
              <a:alphaModFix/>
            </a:blip>
            <a:srcRect b="0" l="0" r="0" t="0"/>
            <a:stretch/>
          </p:blipFill>
          <p:spPr>
            <a:xfrm>
              <a:off x="1569453" y="5505450"/>
              <a:ext cx="1331493" cy="443831"/>
            </a:xfrm>
            <a:prstGeom prst="rect">
              <a:avLst/>
            </a:prstGeom>
            <a:noFill/>
            <a:ln>
              <a:noFill/>
            </a:ln>
          </p:spPr>
        </p:pic>
      </p:grpSp>
      <p:pic>
        <p:nvPicPr>
          <p:cNvPr id="130" name="Google Shape;130;p22"/>
          <p:cNvPicPr preferRelativeResize="0"/>
          <p:nvPr/>
        </p:nvPicPr>
        <p:blipFill rotWithShape="1">
          <a:blip r:embed="rId4">
            <a:alphaModFix/>
          </a:blip>
          <a:srcRect b="0" l="0" r="0" t="0"/>
          <a:stretch/>
        </p:blipFill>
        <p:spPr>
          <a:xfrm>
            <a:off x="3072884" y="1718733"/>
            <a:ext cx="2998231" cy="972677"/>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0"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Play"/>
              <a:buNone/>
              <a:defRPr b="0" i="0" sz="3300" u="none" cap="none" strike="noStrike">
                <a:solidFill>
                  <a:schemeClr val="dk1"/>
                </a:solidFill>
                <a:latin typeface="Play"/>
                <a:ea typeface="Play"/>
                <a:cs typeface="Play"/>
                <a:sym typeface="Play"/>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2" name="Google Shape;52;p13"/>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53" name="Google Shape;53;p1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757575"/>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54" name="Google Shape;54;p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757575"/>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55" name="Google Shape;55;p1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757575"/>
                </a:solidFill>
                <a:latin typeface="Arial"/>
                <a:ea typeface="Arial"/>
                <a:cs typeface="Arial"/>
                <a:sym typeface="Arial"/>
              </a:defRPr>
            </a:lvl1pPr>
            <a:lvl2pPr indent="0" lvl="1" marL="0" marR="0" rtl="0" algn="r">
              <a:spcBef>
                <a:spcPts val="0"/>
              </a:spcBef>
              <a:buNone/>
              <a:defRPr b="0" i="0" sz="900" u="none" cap="none" strike="noStrike">
                <a:solidFill>
                  <a:srgbClr val="757575"/>
                </a:solidFill>
                <a:latin typeface="Arial"/>
                <a:ea typeface="Arial"/>
                <a:cs typeface="Arial"/>
                <a:sym typeface="Arial"/>
              </a:defRPr>
            </a:lvl2pPr>
            <a:lvl3pPr indent="0" lvl="2" marL="0" marR="0" rtl="0" algn="r">
              <a:spcBef>
                <a:spcPts val="0"/>
              </a:spcBef>
              <a:buNone/>
              <a:defRPr b="0" i="0" sz="900" u="none" cap="none" strike="noStrike">
                <a:solidFill>
                  <a:srgbClr val="757575"/>
                </a:solidFill>
                <a:latin typeface="Arial"/>
                <a:ea typeface="Arial"/>
                <a:cs typeface="Arial"/>
                <a:sym typeface="Arial"/>
              </a:defRPr>
            </a:lvl3pPr>
            <a:lvl4pPr indent="0" lvl="3" marL="0" marR="0" rtl="0" algn="r">
              <a:spcBef>
                <a:spcPts val="0"/>
              </a:spcBef>
              <a:buNone/>
              <a:defRPr b="0" i="0" sz="900" u="none" cap="none" strike="noStrike">
                <a:solidFill>
                  <a:srgbClr val="757575"/>
                </a:solidFill>
                <a:latin typeface="Arial"/>
                <a:ea typeface="Arial"/>
                <a:cs typeface="Arial"/>
                <a:sym typeface="Arial"/>
              </a:defRPr>
            </a:lvl4pPr>
            <a:lvl5pPr indent="0" lvl="4" marL="0" marR="0" rtl="0" algn="r">
              <a:spcBef>
                <a:spcPts val="0"/>
              </a:spcBef>
              <a:buNone/>
              <a:defRPr b="0" i="0" sz="900" u="none" cap="none" strike="noStrike">
                <a:solidFill>
                  <a:srgbClr val="757575"/>
                </a:solidFill>
                <a:latin typeface="Arial"/>
                <a:ea typeface="Arial"/>
                <a:cs typeface="Arial"/>
                <a:sym typeface="Arial"/>
              </a:defRPr>
            </a:lvl5pPr>
            <a:lvl6pPr indent="0" lvl="5" marL="0" marR="0" rtl="0" algn="r">
              <a:spcBef>
                <a:spcPts val="0"/>
              </a:spcBef>
              <a:buNone/>
              <a:defRPr b="0" i="0" sz="900" u="none" cap="none" strike="noStrike">
                <a:solidFill>
                  <a:srgbClr val="757575"/>
                </a:solidFill>
                <a:latin typeface="Arial"/>
                <a:ea typeface="Arial"/>
                <a:cs typeface="Arial"/>
                <a:sym typeface="Arial"/>
              </a:defRPr>
            </a:lvl6pPr>
            <a:lvl7pPr indent="0" lvl="6" marL="0" marR="0" rtl="0" algn="r">
              <a:spcBef>
                <a:spcPts val="0"/>
              </a:spcBef>
              <a:buNone/>
              <a:defRPr b="0" i="0" sz="900" u="none" cap="none" strike="noStrike">
                <a:solidFill>
                  <a:srgbClr val="757575"/>
                </a:solidFill>
                <a:latin typeface="Arial"/>
                <a:ea typeface="Arial"/>
                <a:cs typeface="Arial"/>
                <a:sym typeface="Arial"/>
              </a:defRPr>
            </a:lvl7pPr>
            <a:lvl8pPr indent="0" lvl="7" marL="0" marR="0" rtl="0" algn="r">
              <a:spcBef>
                <a:spcPts val="0"/>
              </a:spcBef>
              <a:buNone/>
              <a:defRPr b="0" i="0" sz="900" u="none" cap="none" strike="noStrike">
                <a:solidFill>
                  <a:srgbClr val="757575"/>
                </a:solidFill>
                <a:latin typeface="Arial"/>
                <a:ea typeface="Arial"/>
                <a:cs typeface="Arial"/>
                <a:sym typeface="Arial"/>
              </a:defRPr>
            </a:lvl8pPr>
            <a:lvl9pPr indent="0" lvl="8" marL="0" marR="0" rtl="0" algn="r">
              <a:spcBef>
                <a:spcPts val="0"/>
              </a:spcBef>
              <a:buNone/>
              <a:defRPr b="0" i="0" sz="9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28.png"/><Relationship Id="rId4" Type="http://schemas.openxmlformats.org/officeDocument/2006/relationships/image" Target="../media/image11.png"/><Relationship Id="rId5"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38.jpg"/><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16.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33.png"/><Relationship Id="rId6" Type="http://schemas.openxmlformats.org/officeDocument/2006/relationships/image" Target="../media/image25.png"/><Relationship Id="rId7"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2.xml"/><Relationship Id="rId3" Type="http://schemas.openxmlformats.org/officeDocument/2006/relationships/image" Target="../media/image14.png"/><Relationship Id="rId4" Type="http://schemas.openxmlformats.org/officeDocument/2006/relationships/image" Target="../media/image23.png"/><Relationship Id="rId5" Type="http://schemas.openxmlformats.org/officeDocument/2006/relationships/image" Target="../media/image3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3.xml"/><Relationship Id="rId3" Type="http://schemas.openxmlformats.org/officeDocument/2006/relationships/image" Target="../media/image22.png"/><Relationship Id="rId4" Type="http://schemas.openxmlformats.org/officeDocument/2006/relationships/image" Target="../media/image32.png"/><Relationship Id="rId5" Type="http://schemas.openxmlformats.org/officeDocument/2006/relationships/image" Target="../media/image24.png"/><Relationship Id="rId6" Type="http://schemas.openxmlformats.org/officeDocument/2006/relationships/image" Target="../media/image2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4.xml"/><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4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5.xml"/><Relationship Id="rId3" Type="http://schemas.openxmlformats.org/officeDocument/2006/relationships/image" Target="../media/image36.png"/><Relationship Id="rId4" Type="http://schemas.openxmlformats.org/officeDocument/2006/relationships/image" Target="../media/image30.png"/><Relationship Id="rId5" Type="http://schemas.openxmlformats.org/officeDocument/2006/relationships/image" Target="../media/image48.png"/><Relationship Id="rId6" Type="http://schemas.openxmlformats.org/officeDocument/2006/relationships/image" Target="../media/image5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6.xml"/><Relationship Id="rId3" Type="http://schemas.openxmlformats.org/officeDocument/2006/relationships/image" Target="../media/image42.png"/><Relationship Id="rId4" Type="http://schemas.openxmlformats.org/officeDocument/2006/relationships/image" Target="../media/image35.png"/><Relationship Id="rId5" Type="http://schemas.openxmlformats.org/officeDocument/2006/relationships/image" Target="../media/image3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Relationship Id="rId3" Type="http://schemas.openxmlformats.org/officeDocument/2006/relationships/image" Target="../media/image37.png"/><Relationship Id="rId4" Type="http://schemas.openxmlformats.org/officeDocument/2006/relationships/image" Target="../media/image44.png"/><Relationship Id="rId5" Type="http://schemas.openxmlformats.org/officeDocument/2006/relationships/image" Target="../media/image4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8.xml"/><Relationship Id="rId3" Type="http://schemas.openxmlformats.org/officeDocument/2006/relationships/image" Target="../media/image40.png"/><Relationship Id="rId4" Type="http://schemas.openxmlformats.org/officeDocument/2006/relationships/image" Target="../media/image5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9.xml"/><Relationship Id="rId3" Type="http://schemas.openxmlformats.org/officeDocument/2006/relationships/image" Target="../media/image47.png"/><Relationship Id="rId4" Type="http://schemas.openxmlformats.org/officeDocument/2006/relationships/image" Target="../media/image59.png"/><Relationship Id="rId5" Type="http://schemas.openxmlformats.org/officeDocument/2006/relationships/image" Target="../media/image70.png"/><Relationship Id="rId6" Type="http://schemas.openxmlformats.org/officeDocument/2006/relationships/image" Target="../media/image6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0.xml"/><Relationship Id="rId3" Type="http://schemas.openxmlformats.org/officeDocument/2006/relationships/image" Target="../media/image51.png"/><Relationship Id="rId4" Type="http://schemas.openxmlformats.org/officeDocument/2006/relationships/image" Target="../media/image49.png"/><Relationship Id="rId5" Type="http://schemas.openxmlformats.org/officeDocument/2006/relationships/image" Target="../media/image52.png"/><Relationship Id="rId6" Type="http://schemas.openxmlformats.org/officeDocument/2006/relationships/image" Target="../media/image8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1.xml"/><Relationship Id="rId3" Type="http://schemas.openxmlformats.org/officeDocument/2006/relationships/image" Target="../media/image46.png"/><Relationship Id="rId4" Type="http://schemas.openxmlformats.org/officeDocument/2006/relationships/image" Target="../media/image4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2.xml"/><Relationship Id="rId3" Type="http://schemas.openxmlformats.org/officeDocument/2006/relationships/image" Target="../media/image62.jpg"/><Relationship Id="rId4" Type="http://schemas.openxmlformats.org/officeDocument/2006/relationships/image" Target="../media/image76.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3.xml"/><Relationship Id="rId3" Type="http://schemas.openxmlformats.org/officeDocument/2006/relationships/image" Target="../media/image57.png"/><Relationship Id="rId4" Type="http://schemas.openxmlformats.org/officeDocument/2006/relationships/image" Target="../media/image5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4.xml"/><Relationship Id="rId3" Type="http://schemas.openxmlformats.org/officeDocument/2006/relationships/image" Target="../media/image60.png"/><Relationship Id="rId4" Type="http://schemas.openxmlformats.org/officeDocument/2006/relationships/image" Target="../media/image58.png"/><Relationship Id="rId5" Type="http://schemas.openxmlformats.org/officeDocument/2006/relationships/image" Target="../media/image9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5.xml"/><Relationship Id="rId3" Type="http://schemas.openxmlformats.org/officeDocument/2006/relationships/image" Target="../media/image67.png"/><Relationship Id="rId4" Type="http://schemas.openxmlformats.org/officeDocument/2006/relationships/image" Target="../media/image89.png"/><Relationship Id="rId5" Type="http://schemas.openxmlformats.org/officeDocument/2006/relationships/image" Target="../media/image65.png"/><Relationship Id="rId6" Type="http://schemas.openxmlformats.org/officeDocument/2006/relationships/image" Target="../media/image61.png"/><Relationship Id="rId7" Type="http://schemas.openxmlformats.org/officeDocument/2006/relationships/image" Target="../media/image5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6.xml"/><Relationship Id="rId3" Type="http://schemas.openxmlformats.org/officeDocument/2006/relationships/image" Target="../media/image68.png"/><Relationship Id="rId4" Type="http://schemas.openxmlformats.org/officeDocument/2006/relationships/image" Target="../media/image6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7.xml"/><Relationship Id="rId3" Type="http://schemas.openxmlformats.org/officeDocument/2006/relationships/image" Target="../media/image56.png"/><Relationship Id="rId4" Type="http://schemas.openxmlformats.org/officeDocument/2006/relationships/image" Target="../media/image8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8.xml"/><Relationship Id="rId3" Type="http://schemas.openxmlformats.org/officeDocument/2006/relationships/image" Target="../media/image66.png"/><Relationship Id="rId4" Type="http://schemas.openxmlformats.org/officeDocument/2006/relationships/image" Target="../media/image77.png"/><Relationship Id="rId5" Type="http://schemas.openxmlformats.org/officeDocument/2006/relationships/image" Target="../media/image79.png"/><Relationship Id="rId6" Type="http://schemas.openxmlformats.org/officeDocument/2006/relationships/image" Target="../media/image71.png"/><Relationship Id="rId7" Type="http://schemas.openxmlformats.org/officeDocument/2006/relationships/image" Target="../media/image75.png"/><Relationship Id="rId8" Type="http://schemas.openxmlformats.org/officeDocument/2006/relationships/image" Target="../media/image7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9.xml"/><Relationship Id="rId3" Type="http://schemas.openxmlformats.org/officeDocument/2006/relationships/image" Target="../media/image7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0.xml"/><Relationship Id="rId3" Type="http://schemas.openxmlformats.org/officeDocument/2006/relationships/image" Target="../media/image72.png"/><Relationship Id="rId4" Type="http://schemas.openxmlformats.org/officeDocument/2006/relationships/image" Target="../media/image78.png"/><Relationship Id="rId5" Type="http://schemas.openxmlformats.org/officeDocument/2006/relationships/image" Target="../media/image88.jpg"/><Relationship Id="rId6" Type="http://schemas.openxmlformats.org/officeDocument/2006/relationships/image" Target="../media/image8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1.xml"/><Relationship Id="rId3" Type="http://schemas.openxmlformats.org/officeDocument/2006/relationships/image" Target="../media/image91.png"/><Relationship Id="rId4" Type="http://schemas.openxmlformats.org/officeDocument/2006/relationships/image" Target="../media/image84.png"/><Relationship Id="rId5" Type="http://schemas.openxmlformats.org/officeDocument/2006/relationships/image" Target="../media/image94.png"/><Relationship Id="rId6" Type="http://schemas.openxmlformats.org/officeDocument/2006/relationships/image" Target="../media/image8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2.xml"/><Relationship Id="rId3" Type="http://schemas.openxmlformats.org/officeDocument/2006/relationships/image" Target="../media/image83.png"/><Relationship Id="rId4" Type="http://schemas.openxmlformats.org/officeDocument/2006/relationships/image" Target="../media/image8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3.xml"/><Relationship Id="rId3" Type="http://schemas.openxmlformats.org/officeDocument/2006/relationships/image" Target="../media/image95.png"/><Relationship Id="rId4" Type="http://schemas.openxmlformats.org/officeDocument/2006/relationships/image" Target="../media/image92.png"/><Relationship Id="rId5" Type="http://schemas.openxmlformats.org/officeDocument/2006/relationships/image" Target="../media/image90.png"/><Relationship Id="rId6" Type="http://schemas.openxmlformats.org/officeDocument/2006/relationships/image" Target="../media/image9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87.png"/><Relationship Id="rId4" Type="http://schemas.openxmlformats.org/officeDocument/2006/relationships/image" Target="../media/image9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3"/>
          <p:cNvSpPr txBox="1"/>
          <p:nvPr>
            <p:ph type="title"/>
          </p:nvPr>
        </p:nvSpPr>
        <p:spPr>
          <a:xfrm>
            <a:off x="5186857" y="1951058"/>
            <a:ext cx="3283500" cy="979500"/>
          </a:xfrm>
          <a:prstGeom prst="rect">
            <a:avLst/>
          </a:prstGeom>
          <a:noFill/>
          <a:ln>
            <a:noFill/>
          </a:ln>
        </p:spPr>
        <p:txBody>
          <a:bodyPr anchorCtr="0" anchor="ctr" bIns="34275" lIns="68575" spcFirstLastPara="1" rIns="68575" wrap="square" tIns="34275">
            <a:normAutofit/>
          </a:bodyPr>
          <a:lstStyle/>
          <a:p>
            <a:pPr indent="0" lvl="0" marL="0" rtl="0" algn="l">
              <a:lnSpc>
                <a:spcPct val="100000"/>
              </a:lnSpc>
              <a:spcBef>
                <a:spcPts val="0"/>
              </a:spcBef>
              <a:spcAft>
                <a:spcPts val="0"/>
              </a:spcAft>
              <a:buClr>
                <a:schemeClr val="dk1"/>
              </a:buClr>
              <a:buSzPts val="1100"/>
              <a:buFont typeface="Arial"/>
              <a:buNone/>
            </a:pPr>
            <a:r>
              <a:rPr b="0" lang="es" sz="5200"/>
              <a:t>VAMOS!?</a:t>
            </a:r>
            <a:endParaRPr/>
          </a:p>
        </p:txBody>
      </p:sp>
      <p:sp>
        <p:nvSpPr>
          <p:cNvPr id="136" name="Google Shape;136;p23"/>
          <p:cNvSpPr txBox="1"/>
          <p:nvPr>
            <p:ph idx="1" type="subTitle"/>
          </p:nvPr>
        </p:nvSpPr>
        <p:spPr>
          <a:xfrm>
            <a:off x="5202964" y="3229130"/>
            <a:ext cx="3267300" cy="748200"/>
          </a:xfrm>
          <a:prstGeom prst="rect">
            <a:avLst/>
          </a:prstGeom>
          <a:noFill/>
          <a:ln>
            <a:noFill/>
          </a:ln>
        </p:spPr>
        <p:txBody>
          <a:bodyPr anchorCtr="0" anchor="t" bIns="0" lIns="0" spcFirstLastPara="1" rIns="0" wrap="square" tIns="0">
            <a:spAutoFit/>
          </a:bodyPr>
          <a:lstStyle/>
          <a:p>
            <a:pPr indent="-165100" lvl="0" marL="165100" rtl="0" algn="l">
              <a:lnSpc>
                <a:spcPct val="90000"/>
              </a:lnSpc>
              <a:spcBef>
                <a:spcPts val="0"/>
              </a:spcBef>
              <a:spcAft>
                <a:spcPts val="0"/>
              </a:spcAft>
              <a:buClr>
                <a:schemeClr val="lt1"/>
              </a:buClr>
              <a:buSzPts val="1800"/>
              <a:buChar char="•"/>
            </a:pPr>
            <a:r>
              <a:rPr lang="es"/>
              <a:t>Freddy G. Galarza </a:t>
            </a:r>
            <a:endParaRPr/>
          </a:p>
          <a:p>
            <a:pPr indent="-165100" lvl="0" marL="165100" rtl="0" algn="l">
              <a:lnSpc>
                <a:spcPct val="90000"/>
              </a:lnSpc>
              <a:spcBef>
                <a:spcPts val="0"/>
              </a:spcBef>
              <a:spcAft>
                <a:spcPts val="0"/>
              </a:spcAft>
              <a:buSzPts val="1800"/>
              <a:buChar char="•"/>
            </a:pPr>
            <a:r>
              <a:rPr lang="es"/>
              <a:t>Pablo Mery </a:t>
            </a:r>
            <a:endParaRPr/>
          </a:p>
          <a:p>
            <a:pPr indent="-165100" lvl="0" marL="165100" rtl="0" algn="l">
              <a:lnSpc>
                <a:spcPct val="90000"/>
              </a:lnSpc>
              <a:spcBef>
                <a:spcPts val="0"/>
              </a:spcBef>
              <a:spcAft>
                <a:spcPts val="0"/>
              </a:spcAft>
              <a:buSzPts val="1800"/>
              <a:buChar char="•"/>
            </a:pPr>
            <a:r>
              <a:rPr lang="es"/>
              <a:t>Luis Núñez</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4"/>
          <p:cNvSpPr txBox="1"/>
          <p:nvPr>
            <p:ph idx="1" type="body"/>
          </p:nvPr>
        </p:nvSpPr>
        <p:spPr>
          <a:xfrm>
            <a:off x="491014" y="413281"/>
            <a:ext cx="3687581" cy="352264"/>
          </a:xfrm>
          <a:prstGeom prst="rect">
            <a:avLst/>
          </a:prstGeom>
          <a:noFill/>
          <a:ln>
            <a:noFill/>
          </a:ln>
        </p:spPr>
        <p:txBody>
          <a:bodyPr anchorCtr="0" anchor="t" bIns="34275" lIns="68575" spcFirstLastPara="1" rIns="68575" wrap="square" tIns="34275">
            <a:noAutofit/>
          </a:bodyPr>
          <a:lstStyle/>
          <a:p>
            <a:pPr indent="-165100" lvl="0" marL="165100" rtl="0" algn="l">
              <a:lnSpc>
                <a:spcPct val="90000"/>
              </a:lnSpc>
              <a:spcBef>
                <a:spcPts val="0"/>
              </a:spcBef>
              <a:spcAft>
                <a:spcPts val="0"/>
              </a:spcAft>
              <a:buClr>
                <a:schemeClr val="dk1"/>
              </a:buClr>
              <a:buSzPts val="2400"/>
              <a:buChar char="•"/>
            </a:pPr>
            <a:r>
              <a:rPr lang="es"/>
              <a:t>A</a:t>
            </a:r>
            <a:r>
              <a:rPr lang="es">
                <a:latin typeface="Arial"/>
                <a:ea typeface="Arial"/>
                <a:cs typeface="Arial"/>
                <a:sym typeface="Arial"/>
              </a:rPr>
              <a:t>genda</a:t>
            </a:r>
            <a:endParaRPr/>
          </a:p>
        </p:txBody>
      </p:sp>
      <p:sp>
        <p:nvSpPr>
          <p:cNvPr id="142" name="Google Shape;142;p24"/>
          <p:cNvSpPr txBox="1"/>
          <p:nvPr>
            <p:ph idx="2" type="body"/>
          </p:nvPr>
        </p:nvSpPr>
        <p:spPr>
          <a:xfrm>
            <a:off x="480536" y="853178"/>
            <a:ext cx="4916964" cy="2385322"/>
          </a:xfrm>
          <a:prstGeom prst="rect">
            <a:avLst/>
          </a:prstGeom>
          <a:noFill/>
          <a:ln>
            <a:noFill/>
          </a:ln>
        </p:spPr>
        <p:txBody>
          <a:bodyPr anchorCtr="0" anchor="t" bIns="34275" lIns="68575" spcFirstLastPara="1" rIns="68575" wrap="square" tIns="34275">
            <a:normAutofit/>
          </a:bodyPr>
          <a:lstStyle/>
          <a:p>
            <a:pPr indent="-158750" lvl="0" marL="165100" rtl="0" algn="l">
              <a:lnSpc>
                <a:spcPct val="90000"/>
              </a:lnSpc>
              <a:spcBef>
                <a:spcPts val="0"/>
              </a:spcBef>
              <a:spcAft>
                <a:spcPts val="0"/>
              </a:spcAft>
              <a:buClr>
                <a:schemeClr val="dk1"/>
              </a:buClr>
              <a:buSzPts val="2100"/>
              <a:buChar char="•"/>
            </a:pPr>
            <a:r>
              <a:rPr lang="es" sz="2100">
                <a:latin typeface="Arial"/>
                <a:ea typeface="Arial"/>
                <a:cs typeface="Arial"/>
                <a:sym typeface="Arial"/>
              </a:rPr>
              <a:t>1. Integrantes del grupo</a:t>
            </a:r>
            <a:endParaRPr/>
          </a:p>
          <a:p>
            <a:pPr indent="-158750" lvl="0" marL="165100" rtl="0" algn="l">
              <a:lnSpc>
                <a:spcPct val="90000"/>
              </a:lnSpc>
              <a:spcBef>
                <a:spcPts val="800"/>
              </a:spcBef>
              <a:spcAft>
                <a:spcPts val="0"/>
              </a:spcAft>
              <a:buClr>
                <a:schemeClr val="dk1"/>
              </a:buClr>
              <a:buSzPts val="2100"/>
              <a:buChar char="•"/>
            </a:pPr>
            <a:r>
              <a:rPr lang="es" sz="2100">
                <a:latin typeface="Arial"/>
                <a:ea typeface="Arial"/>
                <a:cs typeface="Arial"/>
                <a:sym typeface="Arial"/>
              </a:rPr>
              <a:t>2. </a:t>
            </a:r>
            <a:r>
              <a:rPr lang="es" sz="2100"/>
              <a:t>Evolución</a:t>
            </a:r>
            <a:endParaRPr/>
          </a:p>
          <a:p>
            <a:pPr indent="-158750" lvl="0" marL="165100" rtl="0" algn="l">
              <a:lnSpc>
                <a:spcPct val="90000"/>
              </a:lnSpc>
              <a:spcBef>
                <a:spcPts val="800"/>
              </a:spcBef>
              <a:spcAft>
                <a:spcPts val="0"/>
              </a:spcAft>
              <a:buClr>
                <a:schemeClr val="dk1"/>
              </a:buClr>
              <a:buSzPts val="2100"/>
              <a:buChar char="•"/>
            </a:pPr>
            <a:r>
              <a:rPr lang="es" sz="2100"/>
              <a:t>3</a:t>
            </a:r>
            <a:r>
              <a:rPr lang="es" sz="2100">
                <a:latin typeface="Arial"/>
                <a:ea typeface="Arial"/>
                <a:cs typeface="Arial"/>
                <a:sym typeface="Arial"/>
              </a:rPr>
              <a:t>. </a:t>
            </a:r>
            <a:r>
              <a:rPr lang="es" sz="2100"/>
              <a:t>Presentación Técnica</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5"/>
          <p:cNvSpPr txBox="1"/>
          <p:nvPr>
            <p:ph idx="4294967295" type="title"/>
          </p:nvPr>
        </p:nvSpPr>
        <p:spPr>
          <a:xfrm>
            <a:off x="311700" y="445025"/>
            <a:ext cx="8520600" cy="572700"/>
          </a:xfrm>
          <a:prstGeom prst="rect">
            <a:avLst/>
          </a:prstGeom>
        </p:spPr>
        <p:txBody>
          <a:bodyPr anchorCtr="0" anchor="ctr" bIns="34275" lIns="68575" spcFirstLastPara="1" rIns="68575" wrap="square" tIns="34275">
            <a:normAutofit/>
          </a:bodyPr>
          <a:lstStyle/>
          <a:p>
            <a:pPr indent="0" lvl="0" marL="0" rtl="0" algn="ctr">
              <a:spcBef>
                <a:spcPts val="0"/>
              </a:spcBef>
              <a:spcAft>
                <a:spcPts val="0"/>
              </a:spcAft>
              <a:buNone/>
            </a:pPr>
            <a:r>
              <a:rPr lang="es"/>
              <a:t>Equipo</a:t>
            </a:r>
            <a:endParaRPr/>
          </a:p>
        </p:txBody>
      </p:sp>
      <p:sp>
        <p:nvSpPr>
          <p:cNvPr id="148" name="Google Shape;148;p25"/>
          <p:cNvSpPr txBox="1"/>
          <p:nvPr>
            <p:ph idx="1" type="body"/>
          </p:nvPr>
        </p:nvSpPr>
        <p:spPr>
          <a:xfrm>
            <a:off x="557300" y="1234325"/>
            <a:ext cx="2260200" cy="34164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t/>
            </a:r>
            <a:endParaRPr/>
          </a:p>
          <a:p>
            <a:pPr indent="0" lvl="0" marL="0" rtl="0" algn="ctr">
              <a:spcBef>
                <a:spcPts val="800"/>
              </a:spcBef>
              <a:spcAft>
                <a:spcPts val="0"/>
              </a:spcAft>
              <a:buNone/>
            </a:pPr>
            <a:r>
              <a:rPr b="0" lang="es" sz="1500"/>
              <a:t>Freddy G. Galarza</a:t>
            </a:r>
            <a:br>
              <a:rPr b="0" lang="es" sz="1500"/>
            </a:br>
            <a:br>
              <a:rPr b="0" lang="es" sz="1500"/>
            </a:br>
            <a:r>
              <a:rPr b="0" lang="es" sz="1800"/>
              <a:t>Product Owner </a:t>
            </a:r>
            <a:endParaRPr b="0" sz="1800"/>
          </a:p>
          <a:p>
            <a:pPr indent="0" lvl="0" marL="0" rtl="0" algn="l">
              <a:spcBef>
                <a:spcPts val="800"/>
              </a:spcBef>
              <a:spcAft>
                <a:spcPts val="0"/>
              </a:spcAft>
              <a:buNone/>
            </a:pPr>
            <a:r>
              <a:rPr b="0" lang="es" sz="1800"/>
              <a:t>FullStack Developer/ Data Engineer / Arquit</a:t>
            </a:r>
            <a:r>
              <a:rPr b="0" lang="es" sz="1800"/>
              <a:t>ecto Cloud</a:t>
            </a:r>
            <a:endParaRPr b="0" sz="1500"/>
          </a:p>
        </p:txBody>
      </p:sp>
      <p:sp>
        <p:nvSpPr>
          <p:cNvPr id="149" name="Google Shape;149;p25"/>
          <p:cNvSpPr txBox="1"/>
          <p:nvPr>
            <p:ph idx="2" type="body"/>
          </p:nvPr>
        </p:nvSpPr>
        <p:spPr>
          <a:xfrm>
            <a:off x="6326500" y="796225"/>
            <a:ext cx="2260200" cy="3416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t/>
            </a:r>
            <a:endParaRPr/>
          </a:p>
          <a:p>
            <a:pPr indent="0" lvl="0" marL="0" rtl="0" algn="l">
              <a:spcBef>
                <a:spcPts val="800"/>
              </a:spcBef>
              <a:spcAft>
                <a:spcPts val="0"/>
              </a:spcAft>
              <a:buNone/>
            </a:pPr>
            <a:r>
              <a:t/>
            </a:r>
            <a:endParaRPr/>
          </a:p>
          <a:p>
            <a:pPr indent="0" lvl="0" marL="0" rtl="0" algn="l">
              <a:spcBef>
                <a:spcPts val="800"/>
              </a:spcBef>
              <a:spcAft>
                <a:spcPts val="0"/>
              </a:spcAft>
              <a:buNone/>
            </a:pPr>
            <a:r>
              <a:t/>
            </a:r>
            <a:endParaRPr/>
          </a:p>
          <a:p>
            <a:pPr indent="0" lvl="0" marL="0" rtl="0" algn="l">
              <a:spcBef>
                <a:spcPts val="800"/>
              </a:spcBef>
              <a:spcAft>
                <a:spcPts val="0"/>
              </a:spcAft>
              <a:buNone/>
            </a:pPr>
            <a:r>
              <a:t/>
            </a:r>
            <a:endParaRPr/>
          </a:p>
          <a:p>
            <a:pPr indent="0" lvl="0" marL="0" rtl="0" algn="ctr">
              <a:spcBef>
                <a:spcPts val="800"/>
              </a:spcBef>
              <a:spcAft>
                <a:spcPts val="0"/>
              </a:spcAft>
              <a:buNone/>
            </a:pPr>
            <a:r>
              <a:rPr lang="es" sz="1500"/>
              <a:t>Pablo Mery</a:t>
            </a:r>
            <a:endParaRPr sz="1500"/>
          </a:p>
          <a:p>
            <a:pPr indent="0" lvl="0" marL="0" rtl="0" algn="ctr">
              <a:spcBef>
                <a:spcPts val="800"/>
              </a:spcBef>
              <a:spcAft>
                <a:spcPts val="0"/>
              </a:spcAft>
              <a:buNone/>
            </a:pPr>
            <a:r>
              <a:rPr lang="es" sz="1900"/>
              <a:t>Scrum Team</a:t>
            </a:r>
            <a:endParaRPr sz="1900"/>
          </a:p>
          <a:p>
            <a:pPr indent="0" lvl="0" marL="0" rtl="0" algn="l">
              <a:spcBef>
                <a:spcPts val="800"/>
              </a:spcBef>
              <a:spcAft>
                <a:spcPts val="0"/>
              </a:spcAft>
              <a:buNone/>
            </a:pPr>
            <a:r>
              <a:rPr lang="es" sz="1900"/>
              <a:t>Integración IA/ QA &amp; Testing Lead / FullStack Developer</a:t>
            </a:r>
            <a:r>
              <a:rPr lang="es"/>
              <a:t> </a:t>
            </a:r>
            <a:endParaRPr/>
          </a:p>
          <a:p>
            <a:pPr indent="0" lvl="0" marL="0" rtl="0" algn="l">
              <a:spcBef>
                <a:spcPts val="800"/>
              </a:spcBef>
              <a:spcAft>
                <a:spcPts val="0"/>
              </a:spcAft>
              <a:buNone/>
            </a:pPr>
            <a:r>
              <a:t/>
            </a:r>
            <a:endParaRPr/>
          </a:p>
          <a:p>
            <a:pPr indent="0" lvl="0" marL="0" rtl="0" algn="l">
              <a:spcBef>
                <a:spcPts val="800"/>
              </a:spcBef>
              <a:spcAft>
                <a:spcPts val="0"/>
              </a:spcAft>
              <a:buNone/>
            </a:pPr>
            <a:r>
              <a:t/>
            </a:r>
            <a:endParaRPr/>
          </a:p>
        </p:txBody>
      </p:sp>
      <p:sp>
        <p:nvSpPr>
          <p:cNvPr id="150" name="Google Shape;150;p25"/>
          <p:cNvSpPr txBox="1"/>
          <p:nvPr>
            <p:ph idx="2" type="body"/>
          </p:nvPr>
        </p:nvSpPr>
        <p:spPr>
          <a:xfrm>
            <a:off x="3441900" y="1554500"/>
            <a:ext cx="2260200" cy="2115600"/>
          </a:xfrm>
          <a:prstGeom prst="rect">
            <a:avLst/>
          </a:prstGeom>
        </p:spPr>
        <p:txBody>
          <a:bodyPr anchorCtr="0" anchor="t" bIns="34275" lIns="68575" spcFirstLastPara="1" rIns="68575" wrap="square" tIns="34275">
            <a:normAutofit lnSpcReduction="10000"/>
          </a:bodyPr>
          <a:lstStyle/>
          <a:p>
            <a:pPr indent="0" lvl="0" marL="0" rtl="0" algn="l">
              <a:spcBef>
                <a:spcPts val="800"/>
              </a:spcBef>
              <a:spcAft>
                <a:spcPts val="0"/>
              </a:spcAft>
              <a:buNone/>
            </a:pPr>
            <a:r>
              <a:t/>
            </a:r>
            <a:endParaRPr/>
          </a:p>
          <a:p>
            <a:pPr indent="0" lvl="0" marL="0" rtl="0" algn="l">
              <a:spcBef>
                <a:spcPts val="800"/>
              </a:spcBef>
              <a:spcAft>
                <a:spcPts val="0"/>
              </a:spcAft>
              <a:buNone/>
            </a:pPr>
            <a:r>
              <a:t/>
            </a:r>
            <a:endParaRPr/>
          </a:p>
          <a:p>
            <a:pPr indent="0" lvl="0" marL="0" rtl="0" algn="l">
              <a:spcBef>
                <a:spcPts val="800"/>
              </a:spcBef>
              <a:spcAft>
                <a:spcPts val="0"/>
              </a:spcAft>
              <a:buNone/>
            </a:pPr>
            <a:r>
              <a:t/>
            </a:r>
            <a:endParaRPr/>
          </a:p>
          <a:p>
            <a:pPr indent="0" lvl="0" marL="0" rtl="0" algn="ctr">
              <a:spcBef>
                <a:spcPts val="800"/>
              </a:spcBef>
              <a:spcAft>
                <a:spcPts val="0"/>
              </a:spcAft>
              <a:buNone/>
            </a:pPr>
            <a:r>
              <a:rPr lang="es" sz="1500"/>
              <a:t>Luis Nuñez</a:t>
            </a:r>
            <a:endParaRPr sz="1500"/>
          </a:p>
          <a:p>
            <a:pPr indent="0" lvl="0" marL="0" rtl="0" algn="ctr">
              <a:spcBef>
                <a:spcPts val="800"/>
              </a:spcBef>
              <a:spcAft>
                <a:spcPts val="0"/>
              </a:spcAft>
              <a:buNone/>
            </a:pPr>
            <a:r>
              <a:rPr lang="es" sz="1800"/>
              <a:t>Scrum Master</a:t>
            </a:r>
            <a:endParaRPr sz="1800"/>
          </a:p>
          <a:p>
            <a:pPr indent="0" lvl="0" marL="0" rtl="0" algn="l">
              <a:spcBef>
                <a:spcPts val="800"/>
              </a:spcBef>
              <a:spcAft>
                <a:spcPts val="0"/>
              </a:spcAft>
              <a:buNone/>
            </a:pPr>
            <a:r>
              <a:rPr lang="es" sz="1900"/>
              <a:t>FullStack Developer / UI - UX / Integrador de API </a:t>
            </a:r>
            <a:endParaRPr sz="1900"/>
          </a:p>
        </p:txBody>
      </p:sp>
      <p:pic>
        <p:nvPicPr>
          <p:cNvPr id="151" name="Google Shape;151;p25"/>
          <p:cNvPicPr preferRelativeResize="0"/>
          <p:nvPr/>
        </p:nvPicPr>
        <p:blipFill>
          <a:blip r:embed="rId3">
            <a:alphaModFix amt="1000"/>
          </a:blip>
          <a:stretch>
            <a:fillRect/>
          </a:stretch>
        </p:blipFill>
        <p:spPr>
          <a:xfrm>
            <a:off x="1059702" y="854950"/>
            <a:ext cx="1110076" cy="16238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6"/>
          <p:cNvSpPr txBox="1"/>
          <p:nvPr>
            <p:ph type="title"/>
          </p:nvPr>
        </p:nvSpPr>
        <p:spPr>
          <a:xfrm>
            <a:off x="6343891" y="2064537"/>
            <a:ext cx="2104331" cy="1220498"/>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lt1"/>
              </a:buClr>
              <a:buSzPts val="2400"/>
              <a:buFont typeface="Arial"/>
              <a:buNone/>
            </a:pPr>
            <a:r>
              <a:rPr i="1" lang="es"/>
              <a:t>Evolución del Proyecto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7"/>
          <p:cNvSpPr txBox="1"/>
          <p:nvPr>
            <p:ph idx="1" type="body"/>
          </p:nvPr>
        </p:nvSpPr>
        <p:spPr>
          <a:xfrm>
            <a:off x="2728200" y="523646"/>
            <a:ext cx="3687600" cy="609600"/>
          </a:xfrm>
          <a:prstGeom prst="rect">
            <a:avLst/>
          </a:prstGeom>
        </p:spPr>
        <p:txBody>
          <a:bodyPr anchorCtr="0" anchor="t" bIns="34275" lIns="68575" spcFirstLastPara="1" rIns="68575" wrap="square" tIns="34275">
            <a:noAutofit/>
          </a:bodyPr>
          <a:lstStyle/>
          <a:p>
            <a:pPr indent="0" lvl="0" marL="0" rtl="0" algn="ctr">
              <a:spcBef>
                <a:spcPts val="800"/>
              </a:spcBef>
              <a:spcAft>
                <a:spcPts val="0"/>
              </a:spcAft>
              <a:buNone/>
            </a:pPr>
            <a:r>
              <a:rPr lang="es" sz="3900">
                <a:solidFill>
                  <a:srgbClr val="000000"/>
                </a:solidFill>
                <a:latin typeface="Google Sans"/>
                <a:ea typeface="Google Sans"/>
                <a:cs typeface="Google Sans"/>
                <a:sym typeface="Google Sans"/>
              </a:rPr>
              <a:t>VAMOS !?</a:t>
            </a:r>
            <a:endParaRPr sz="3900">
              <a:solidFill>
                <a:srgbClr val="000000"/>
              </a:solidFill>
              <a:latin typeface="Google Sans"/>
              <a:ea typeface="Google Sans"/>
              <a:cs typeface="Google Sans"/>
              <a:sym typeface="Google Sans"/>
            </a:endParaRPr>
          </a:p>
        </p:txBody>
      </p:sp>
      <p:sp>
        <p:nvSpPr>
          <p:cNvPr id="162" name="Google Shape;162;p27"/>
          <p:cNvSpPr txBox="1"/>
          <p:nvPr>
            <p:ph idx="2" type="body"/>
          </p:nvPr>
        </p:nvSpPr>
        <p:spPr>
          <a:xfrm>
            <a:off x="322025" y="1707525"/>
            <a:ext cx="3698100" cy="2502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b="1" lang="es">
                <a:latin typeface="Calibri"/>
                <a:ea typeface="Calibri"/>
                <a:cs typeface="Calibri"/>
                <a:sym typeface="Calibri"/>
              </a:rPr>
              <a:t>Objetivo General</a:t>
            </a:r>
            <a:endParaRPr b="1"/>
          </a:p>
        </p:txBody>
      </p:sp>
      <p:sp>
        <p:nvSpPr>
          <p:cNvPr id="163" name="Google Shape;163;p27"/>
          <p:cNvSpPr txBox="1"/>
          <p:nvPr>
            <p:ph idx="2" type="body"/>
          </p:nvPr>
        </p:nvSpPr>
        <p:spPr>
          <a:xfrm>
            <a:off x="322025" y="3454224"/>
            <a:ext cx="4562100" cy="732000"/>
          </a:xfrm>
          <a:prstGeom prst="rect">
            <a:avLst/>
          </a:prstGeom>
        </p:spPr>
        <p:txBody>
          <a:bodyPr anchorCtr="0" anchor="t" bIns="34275" lIns="68575" spcFirstLastPara="1" rIns="68575" wrap="square" tIns="34275">
            <a:normAutofit/>
          </a:bodyPr>
          <a:lstStyle/>
          <a:p>
            <a:pPr indent="0" lvl="0" marL="0" rtl="0" algn="just">
              <a:spcBef>
                <a:spcPts val="800"/>
              </a:spcBef>
              <a:spcAft>
                <a:spcPts val="0"/>
              </a:spcAft>
              <a:buNone/>
            </a:pPr>
            <a:r>
              <a:rPr lang="es">
                <a:latin typeface="Calibri"/>
                <a:ea typeface="Calibri"/>
                <a:cs typeface="Calibri"/>
                <a:sym typeface="Calibri"/>
              </a:rPr>
              <a:t>Validar la viabilidad del modelo de negocio y el flujo de la aplicación utilizando a la Municipalidad de Providencia como el primer cliente y socio estratégico. Por este motivo, la versión de presentación operará específicamente con un catálogo de eventos provenientes de dicha comuna</a:t>
            </a:r>
            <a:r>
              <a:rPr lang="es"/>
              <a:t> </a:t>
            </a:r>
            <a:endParaRPr/>
          </a:p>
        </p:txBody>
      </p:sp>
      <p:sp>
        <p:nvSpPr>
          <p:cNvPr id="164" name="Google Shape;164;p27"/>
          <p:cNvSpPr txBox="1"/>
          <p:nvPr>
            <p:ph idx="2" type="body"/>
          </p:nvPr>
        </p:nvSpPr>
        <p:spPr>
          <a:xfrm>
            <a:off x="322025" y="1957737"/>
            <a:ext cx="3698100" cy="421800"/>
          </a:xfrm>
          <a:prstGeom prst="rect">
            <a:avLst/>
          </a:prstGeom>
        </p:spPr>
        <p:txBody>
          <a:bodyPr anchorCtr="0" anchor="t" bIns="34275" lIns="68575" spcFirstLastPara="1" rIns="68575" wrap="square" tIns="34275">
            <a:normAutofit lnSpcReduction="20000"/>
          </a:bodyPr>
          <a:lstStyle/>
          <a:p>
            <a:pPr indent="0" lvl="0" marL="0" rtl="0" algn="just">
              <a:spcBef>
                <a:spcPts val="800"/>
              </a:spcBef>
              <a:spcAft>
                <a:spcPts val="0"/>
              </a:spcAft>
              <a:buNone/>
            </a:pPr>
            <a:r>
              <a:rPr lang="es">
                <a:latin typeface="Calibri"/>
                <a:ea typeface="Calibri"/>
                <a:cs typeface="Calibri"/>
                <a:sym typeface="Calibri"/>
              </a:rPr>
              <a:t>Proveer una plataforma centralizada y escalable que logre reunir la oferta de eventos urbanos de la ciudad de Santiago, facilitando el descubrimiento y la participación ciudadana.</a:t>
            </a:r>
            <a:r>
              <a:rPr b="1" lang="es">
                <a:latin typeface="Calibri"/>
                <a:ea typeface="Calibri"/>
                <a:cs typeface="Calibri"/>
                <a:sym typeface="Calibri"/>
              </a:rPr>
              <a:t> </a:t>
            </a:r>
            <a:endParaRPr/>
          </a:p>
        </p:txBody>
      </p:sp>
      <p:sp>
        <p:nvSpPr>
          <p:cNvPr id="165" name="Google Shape;165;p27"/>
          <p:cNvSpPr txBox="1"/>
          <p:nvPr>
            <p:ph idx="2" type="body"/>
          </p:nvPr>
        </p:nvSpPr>
        <p:spPr>
          <a:xfrm>
            <a:off x="322025" y="3204025"/>
            <a:ext cx="3698100" cy="2502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b="1" lang="es">
                <a:latin typeface="Calibri"/>
                <a:ea typeface="Calibri"/>
                <a:cs typeface="Calibri"/>
                <a:sym typeface="Calibri"/>
              </a:rPr>
              <a:t>Objetivo </a:t>
            </a:r>
            <a:r>
              <a:rPr b="1" lang="es">
                <a:latin typeface="Calibri"/>
                <a:ea typeface="Calibri"/>
                <a:cs typeface="Calibri"/>
                <a:sym typeface="Calibri"/>
              </a:rPr>
              <a:t>Específico</a:t>
            </a:r>
            <a:endParaRPr b="1"/>
          </a:p>
        </p:txBody>
      </p:sp>
      <p:sp>
        <p:nvSpPr>
          <p:cNvPr id="166" name="Google Shape;166;p27"/>
          <p:cNvSpPr/>
          <p:nvPr/>
        </p:nvSpPr>
        <p:spPr>
          <a:xfrm>
            <a:off x="1994525" y="2538625"/>
            <a:ext cx="353100" cy="6096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67" name="Google Shape;167;p27"/>
          <p:cNvPicPr preferRelativeResize="0"/>
          <p:nvPr/>
        </p:nvPicPr>
        <p:blipFill>
          <a:blip r:embed="rId3">
            <a:alphaModFix/>
          </a:blip>
          <a:stretch>
            <a:fillRect/>
          </a:stretch>
        </p:blipFill>
        <p:spPr>
          <a:xfrm>
            <a:off x="5762150" y="1287725"/>
            <a:ext cx="1713950" cy="3409050"/>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8"/>
          <p:cNvSpPr txBox="1"/>
          <p:nvPr/>
        </p:nvSpPr>
        <p:spPr>
          <a:xfrm>
            <a:off x="856475" y="317500"/>
            <a:ext cx="42246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400"/>
              </a:spcAft>
              <a:buNone/>
            </a:pPr>
            <a:r>
              <a:rPr b="1" lang="es" sz="1700">
                <a:solidFill>
                  <a:schemeClr val="dk1"/>
                </a:solidFill>
                <a:latin typeface="Google Sans"/>
                <a:ea typeface="Google Sans"/>
                <a:cs typeface="Google Sans"/>
                <a:sym typeface="Google Sans"/>
              </a:rPr>
              <a:t>Infraestructura Cloud Nativa (AWS)</a:t>
            </a:r>
            <a:endParaRPr sz="1100">
              <a:solidFill>
                <a:schemeClr val="dk1"/>
              </a:solidFill>
              <a:latin typeface="Google Sans"/>
              <a:ea typeface="Google Sans"/>
              <a:cs typeface="Google Sans"/>
              <a:sym typeface="Google Sans"/>
            </a:endParaRPr>
          </a:p>
        </p:txBody>
      </p:sp>
      <p:pic>
        <p:nvPicPr>
          <p:cNvPr id="173" name="Google Shape;173;p28"/>
          <p:cNvPicPr preferRelativeResize="0"/>
          <p:nvPr/>
        </p:nvPicPr>
        <p:blipFill>
          <a:blip r:embed="rId3">
            <a:alphaModFix/>
          </a:blip>
          <a:stretch>
            <a:fillRect/>
          </a:stretch>
        </p:blipFill>
        <p:spPr>
          <a:xfrm>
            <a:off x="167100" y="1424025"/>
            <a:ext cx="3667876" cy="2490625"/>
          </a:xfrm>
          <a:prstGeom prst="rect">
            <a:avLst/>
          </a:prstGeom>
          <a:noFill/>
          <a:ln>
            <a:noFill/>
          </a:ln>
        </p:spPr>
      </p:pic>
      <p:sp>
        <p:nvSpPr>
          <p:cNvPr id="174" name="Google Shape;174;p28"/>
          <p:cNvSpPr/>
          <p:nvPr/>
        </p:nvSpPr>
        <p:spPr>
          <a:xfrm>
            <a:off x="3968581" y="2571750"/>
            <a:ext cx="462900" cy="3384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75" name="Google Shape;175;p28" title="AWS VPC Container Ecosystem-2026-05-25-072250.png"/>
          <p:cNvPicPr preferRelativeResize="0"/>
          <p:nvPr/>
        </p:nvPicPr>
        <p:blipFill>
          <a:blip r:embed="rId4">
            <a:alphaModFix/>
          </a:blip>
          <a:stretch>
            <a:fillRect/>
          </a:stretch>
        </p:blipFill>
        <p:spPr>
          <a:xfrm>
            <a:off x="4667472" y="521713"/>
            <a:ext cx="3779627" cy="443847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9"/>
          <p:cNvSpPr txBox="1"/>
          <p:nvPr/>
        </p:nvSpPr>
        <p:spPr>
          <a:xfrm>
            <a:off x="856475" y="317500"/>
            <a:ext cx="42246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400"/>
              </a:spcAft>
              <a:buNone/>
            </a:pPr>
            <a:r>
              <a:rPr b="1" lang="es" sz="1700">
                <a:solidFill>
                  <a:schemeClr val="dk1"/>
                </a:solidFill>
                <a:latin typeface="Google Sans"/>
                <a:ea typeface="Google Sans"/>
                <a:cs typeface="Google Sans"/>
                <a:sym typeface="Google Sans"/>
              </a:rPr>
              <a:t>Calidad y Gestión: Avance Medible</a:t>
            </a:r>
            <a:endParaRPr sz="1100">
              <a:solidFill>
                <a:schemeClr val="dk1"/>
              </a:solidFill>
              <a:latin typeface="Google Sans"/>
              <a:ea typeface="Google Sans"/>
              <a:cs typeface="Google Sans"/>
              <a:sym typeface="Google Sans"/>
            </a:endParaRPr>
          </a:p>
        </p:txBody>
      </p:sp>
      <p:pic>
        <p:nvPicPr>
          <p:cNvPr id="181" name="Google Shape;181;p29"/>
          <p:cNvPicPr preferRelativeResize="0"/>
          <p:nvPr/>
        </p:nvPicPr>
        <p:blipFill>
          <a:blip r:embed="rId3">
            <a:alphaModFix/>
          </a:blip>
          <a:stretch>
            <a:fillRect/>
          </a:stretch>
        </p:blipFill>
        <p:spPr>
          <a:xfrm>
            <a:off x="4899500" y="222299"/>
            <a:ext cx="2790676" cy="4698899"/>
          </a:xfrm>
          <a:prstGeom prst="rect">
            <a:avLst/>
          </a:prstGeom>
          <a:noFill/>
          <a:ln>
            <a:noFill/>
          </a:ln>
          <a:effectLst>
            <a:outerShdw blurRad="57150" rotWithShape="0" algn="bl" dir="5400000" dist="19050">
              <a:srgbClr val="000000">
                <a:alpha val="50000"/>
              </a:srgbClr>
            </a:outerShdw>
          </a:effectLst>
        </p:spPr>
      </p:pic>
      <p:pic>
        <p:nvPicPr>
          <p:cNvPr id="182" name="Google Shape;182;p29"/>
          <p:cNvPicPr preferRelativeResize="0"/>
          <p:nvPr/>
        </p:nvPicPr>
        <p:blipFill>
          <a:blip r:embed="rId4">
            <a:alphaModFix/>
          </a:blip>
          <a:stretch>
            <a:fillRect/>
          </a:stretch>
        </p:blipFill>
        <p:spPr>
          <a:xfrm>
            <a:off x="315483" y="2858500"/>
            <a:ext cx="4349560" cy="1912625"/>
          </a:xfrm>
          <a:prstGeom prst="rect">
            <a:avLst/>
          </a:prstGeom>
          <a:noFill/>
          <a:ln>
            <a:noFill/>
          </a:ln>
          <a:effectLst>
            <a:outerShdw blurRad="57150" rotWithShape="0" algn="bl" dir="5400000" dist="19050">
              <a:srgbClr val="000000">
                <a:alpha val="50000"/>
              </a:srgbClr>
            </a:outerShdw>
          </a:effectLst>
        </p:spPr>
      </p:pic>
      <p:pic>
        <p:nvPicPr>
          <p:cNvPr id="183" name="Google Shape;183;p29"/>
          <p:cNvPicPr preferRelativeResize="0"/>
          <p:nvPr/>
        </p:nvPicPr>
        <p:blipFill>
          <a:blip r:embed="rId5">
            <a:alphaModFix/>
          </a:blip>
          <a:stretch>
            <a:fillRect/>
          </a:stretch>
        </p:blipFill>
        <p:spPr>
          <a:xfrm>
            <a:off x="315475" y="854887"/>
            <a:ext cx="4349575" cy="1912625"/>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0"/>
          <p:cNvSpPr txBox="1"/>
          <p:nvPr/>
        </p:nvSpPr>
        <p:spPr>
          <a:xfrm>
            <a:off x="856475" y="317500"/>
            <a:ext cx="47139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400"/>
              </a:spcAft>
              <a:buNone/>
            </a:pPr>
            <a:r>
              <a:rPr b="1" lang="es" sz="1700">
                <a:solidFill>
                  <a:schemeClr val="dk1"/>
                </a:solidFill>
                <a:latin typeface="Google Sans"/>
                <a:ea typeface="Google Sans"/>
                <a:cs typeface="Google Sans"/>
                <a:sym typeface="Google Sans"/>
              </a:rPr>
              <a:t>Calidad y Gestión: Paridad Local - Instancia </a:t>
            </a:r>
            <a:endParaRPr sz="1100">
              <a:solidFill>
                <a:schemeClr val="dk1"/>
              </a:solidFill>
              <a:latin typeface="Google Sans"/>
              <a:ea typeface="Google Sans"/>
              <a:cs typeface="Google Sans"/>
              <a:sym typeface="Google Sans"/>
            </a:endParaRPr>
          </a:p>
        </p:txBody>
      </p:sp>
      <p:pic>
        <p:nvPicPr>
          <p:cNvPr id="189" name="Google Shape;189;p30" title="Dockers Locales.jpeg"/>
          <p:cNvPicPr preferRelativeResize="0"/>
          <p:nvPr/>
        </p:nvPicPr>
        <p:blipFill rotWithShape="1">
          <a:blip r:embed="rId3">
            <a:alphaModFix/>
          </a:blip>
          <a:srcRect b="10937" l="0" r="0" t="0"/>
          <a:stretch/>
        </p:blipFill>
        <p:spPr>
          <a:xfrm>
            <a:off x="448575" y="1162625"/>
            <a:ext cx="4786800" cy="2222224"/>
          </a:xfrm>
          <a:prstGeom prst="rect">
            <a:avLst/>
          </a:prstGeom>
          <a:noFill/>
          <a:ln>
            <a:noFill/>
          </a:ln>
        </p:spPr>
      </p:pic>
      <p:pic>
        <p:nvPicPr>
          <p:cNvPr id="190" name="Google Shape;190;p30"/>
          <p:cNvPicPr preferRelativeResize="0"/>
          <p:nvPr/>
        </p:nvPicPr>
        <p:blipFill rotWithShape="1">
          <a:blip r:embed="rId4">
            <a:alphaModFix/>
          </a:blip>
          <a:srcRect b="0" l="0" r="0" t="21550"/>
          <a:stretch/>
        </p:blipFill>
        <p:spPr>
          <a:xfrm>
            <a:off x="5570375" y="733276"/>
            <a:ext cx="3268826" cy="36769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1"/>
          <p:cNvSpPr txBox="1"/>
          <p:nvPr/>
        </p:nvSpPr>
        <p:spPr>
          <a:xfrm>
            <a:off x="856475" y="317500"/>
            <a:ext cx="42246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400"/>
              </a:spcAft>
              <a:buNone/>
            </a:pPr>
            <a:r>
              <a:rPr b="1" lang="es" sz="1700">
                <a:solidFill>
                  <a:schemeClr val="dk1"/>
                </a:solidFill>
                <a:latin typeface="Google Sans"/>
                <a:ea typeface="Google Sans"/>
                <a:cs typeface="Google Sans"/>
                <a:sym typeface="Google Sans"/>
              </a:rPr>
              <a:t>Calidad y Gestión: CI/CD</a:t>
            </a:r>
            <a:endParaRPr b="1" sz="1700">
              <a:solidFill>
                <a:schemeClr val="dk1"/>
              </a:solidFill>
              <a:latin typeface="Google Sans"/>
              <a:ea typeface="Google Sans"/>
              <a:cs typeface="Google Sans"/>
              <a:sym typeface="Google Sans"/>
            </a:endParaRPr>
          </a:p>
        </p:txBody>
      </p:sp>
      <p:pic>
        <p:nvPicPr>
          <p:cNvPr id="196" name="Google Shape;196;p31"/>
          <p:cNvPicPr preferRelativeResize="0"/>
          <p:nvPr/>
        </p:nvPicPr>
        <p:blipFill rotWithShape="1">
          <a:blip r:embed="rId3">
            <a:alphaModFix/>
          </a:blip>
          <a:srcRect b="0" l="0" r="14901" t="10378"/>
          <a:stretch/>
        </p:blipFill>
        <p:spPr>
          <a:xfrm>
            <a:off x="249175" y="1155275"/>
            <a:ext cx="4831902" cy="2170701"/>
          </a:xfrm>
          <a:prstGeom prst="rect">
            <a:avLst/>
          </a:prstGeom>
          <a:noFill/>
          <a:ln>
            <a:noFill/>
          </a:ln>
        </p:spPr>
      </p:pic>
      <p:pic>
        <p:nvPicPr>
          <p:cNvPr id="197" name="Google Shape;197;p31"/>
          <p:cNvPicPr preferRelativeResize="0"/>
          <p:nvPr/>
        </p:nvPicPr>
        <p:blipFill>
          <a:blip r:embed="rId4">
            <a:alphaModFix/>
          </a:blip>
          <a:stretch>
            <a:fillRect/>
          </a:stretch>
        </p:blipFill>
        <p:spPr>
          <a:xfrm>
            <a:off x="5702275" y="1120400"/>
            <a:ext cx="3167475" cy="29027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2"/>
          <p:cNvSpPr txBox="1"/>
          <p:nvPr>
            <p:ph idx="1" type="body"/>
          </p:nvPr>
        </p:nvSpPr>
        <p:spPr>
          <a:xfrm>
            <a:off x="491025" y="413275"/>
            <a:ext cx="4615800" cy="352200"/>
          </a:xfrm>
          <a:prstGeom prst="rect">
            <a:avLst/>
          </a:prstGeom>
        </p:spPr>
        <p:txBody>
          <a:bodyPr anchorCtr="0" anchor="t" bIns="34275" lIns="68575" spcFirstLastPara="1" rIns="68575" wrap="square" tIns="34275">
            <a:noAutofit/>
          </a:bodyPr>
          <a:lstStyle/>
          <a:p>
            <a:pPr indent="0" lvl="0" marL="0" rtl="0" algn="l">
              <a:lnSpc>
                <a:spcPct val="115000"/>
              </a:lnSpc>
              <a:spcBef>
                <a:spcPts val="0"/>
              </a:spcBef>
              <a:spcAft>
                <a:spcPts val="0"/>
              </a:spcAft>
              <a:buNone/>
            </a:pPr>
            <a:r>
              <a:rPr lang="es" sz="1700">
                <a:latin typeface="Google Sans"/>
                <a:ea typeface="Google Sans"/>
                <a:cs typeface="Google Sans"/>
                <a:sym typeface="Google Sans"/>
              </a:rPr>
              <a:t>Seguridad, Resiliencia y Reglas de Negocio </a:t>
            </a:r>
            <a:endParaRPr sz="1700">
              <a:latin typeface="Google Sans"/>
              <a:ea typeface="Google Sans"/>
              <a:cs typeface="Google Sans"/>
              <a:sym typeface="Google Sans"/>
            </a:endParaRPr>
          </a:p>
          <a:p>
            <a:pPr indent="0" lvl="0" marL="0" rtl="0" algn="l">
              <a:spcBef>
                <a:spcPts val="800"/>
              </a:spcBef>
              <a:spcAft>
                <a:spcPts val="0"/>
              </a:spcAft>
              <a:buNone/>
            </a:pPr>
            <a:r>
              <a:t/>
            </a:r>
            <a:endParaRPr/>
          </a:p>
        </p:txBody>
      </p:sp>
      <p:pic>
        <p:nvPicPr>
          <p:cNvPr id="203" name="Google Shape;203;p32"/>
          <p:cNvPicPr preferRelativeResize="0"/>
          <p:nvPr/>
        </p:nvPicPr>
        <p:blipFill>
          <a:blip r:embed="rId3">
            <a:alphaModFix/>
          </a:blip>
          <a:stretch>
            <a:fillRect/>
          </a:stretch>
        </p:blipFill>
        <p:spPr>
          <a:xfrm>
            <a:off x="491024" y="949225"/>
            <a:ext cx="1727550" cy="3754900"/>
          </a:xfrm>
          <a:prstGeom prst="rect">
            <a:avLst/>
          </a:prstGeom>
          <a:noFill/>
          <a:ln>
            <a:noFill/>
          </a:ln>
          <a:effectLst>
            <a:outerShdw blurRad="57150" rotWithShape="0" algn="bl" dir="5400000" dist="19050">
              <a:srgbClr val="000000">
                <a:alpha val="50000"/>
              </a:srgbClr>
            </a:outerShdw>
          </a:effectLst>
        </p:spPr>
      </p:pic>
      <p:pic>
        <p:nvPicPr>
          <p:cNvPr id="204" name="Google Shape;204;p32"/>
          <p:cNvPicPr preferRelativeResize="0"/>
          <p:nvPr/>
        </p:nvPicPr>
        <p:blipFill>
          <a:blip r:embed="rId4">
            <a:alphaModFix/>
          </a:blip>
          <a:stretch>
            <a:fillRect/>
          </a:stretch>
        </p:blipFill>
        <p:spPr>
          <a:xfrm>
            <a:off x="2606201" y="949225"/>
            <a:ext cx="1727550" cy="3745374"/>
          </a:xfrm>
          <a:prstGeom prst="rect">
            <a:avLst/>
          </a:prstGeom>
          <a:noFill/>
          <a:ln>
            <a:noFill/>
          </a:ln>
          <a:effectLst>
            <a:outerShdw blurRad="57150" rotWithShape="0" algn="bl" dir="5400000" dist="19050">
              <a:srgbClr val="000000">
                <a:alpha val="50000"/>
              </a:srgbClr>
            </a:outerShdw>
          </a:effectLst>
        </p:spPr>
      </p:pic>
      <p:pic>
        <p:nvPicPr>
          <p:cNvPr id="205" name="Google Shape;205;p32"/>
          <p:cNvPicPr preferRelativeResize="0"/>
          <p:nvPr/>
        </p:nvPicPr>
        <p:blipFill>
          <a:blip r:embed="rId5">
            <a:alphaModFix/>
          </a:blip>
          <a:stretch>
            <a:fillRect/>
          </a:stretch>
        </p:blipFill>
        <p:spPr>
          <a:xfrm>
            <a:off x="4691925" y="2428912"/>
            <a:ext cx="3755875" cy="395363"/>
          </a:xfrm>
          <a:prstGeom prst="rect">
            <a:avLst/>
          </a:prstGeom>
          <a:noFill/>
          <a:ln>
            <a:noFill/>
          </a:ln>
        </p:spPr>
      </p:pic>
      <p:pic>
        <p:nvPicPr>
          <p:cNvPr id="206" name="Google Shape;206;p32"/>
          <p:cNvPicPr preferRelativeResize="0"/>
          <p:nvPr/>
        </p:nvPicPr>
        <p:blipFill>
          <a:blip r:embed="rId6">
            <a:alphaModFix/>
          </a:blip>
          <a:stretch>
            <a:fillRect/>
          </a:stretch>
        </p:blipFill>
        <p:spPr>
          <a:xfrm>
            <a:off x="4691926" y="2997700"/>
            <a:ext cx="2524125" cy="447675"/>
          </a:xfrm>
          <a:prstGeom prst="rect">
            <a:avLst/>
          </a:prstGeom>
          <a:noFill/>
          <a:ln>
            <a:noFill/>
          </a:ln>
        </p:spPr>
      </p:pic>
      <p:pic>
        <p:nvPicPr>
          <p:cNvPr id="207" name="Google Shape;207;p32"/>
          <p:cNvPicPr preferRelativeResize="0"/>
          <p:nvPr/>
        </p:nvPicPr>
        <p:blipFill>
          <a:blip r:embed="rId7">
            <a:alphaModFix/>
          </a:blip>
          <a:stretch>
            <a:fillRect/>
          </a:stretch>
        </p:blipFill>
        <p:spPr>
          <a:xfrm>
            <a:off x="4691925" y="1844375"/>
            <a:ext cx="4161661" cy="3522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3"/>
          <p:cNvSpPr txBox="1"/>
          <p:nvPr>
            <p:ph type="title"/>
          </p:nvPr>
        </p:nvSpPr>
        <p:spPr>
          <a:xfrm>
            <a:off x="6343891" y="2064537"/>
            <a:ext cx="2104331" cy="1220498"/>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lt1"/>
              </a:buClr>
              <a:buSzPts val="2400"/>
              <a:buFont typeface="Arial"/>
              <a:buNone/>
            </a:pPr>
            <a:r>
              <a:rPr i="1" lang="es"/>
              <a:t>Parte Técnica</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4"/>
          <p:cNvSpPr txBox="1"/>
          <p:nvPr/>
        </p:nvSpPr>
        <p:spPr>
          <a:xfrm>
            <a:off x="856475" y="317500"/>
            <a:ext cx="80031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400"/>
              </a:spcAft>
              <a:buNone/>
            </a:pPr>
            <a:r>
              <a:rPr b="1" lang="es" sz="1700">
                <a:solidFill>
                  <a:schemeClr val="dk1"/>
                </a:solidFill>
                <a:latin typeface="Google Sans"/>
                <a:ea typeface="Google Sans"/>
                <a:cs typeface="Google Sans"/>
                <a:sym typeface="Google Sans"/>
              </a:rPr>
              <a:t>Infraestructura Cloud Nativa (AWS)</a:t>
            </a:r>
            <a:endParaRPr sz="1100">
              <a:solidFill>
                <a:schemeClr val="dk1"/>
              </a:solidFill>
              <a:latin typeface="Google Sans"/>
              <a:ea typeface="Google Sans"/>
              <a:cs typeface="Google Sans"/>
              <a:sym typeface="Google Sans"/>
            </a:endParaRPr>
          </a:p>
        </p:txBody>
      </p:sp>
      <p:pic>
        <p:nvPicPr>
          <p:cNvPr id="218" name="Google Shape;218;p34" title="AWS VPC Container Ecosystem-2026-05-25-072250.png"/>
          <p:cNvPicPr preferRelativeResize="0"/>
          <p:nvPr/>
        </p:nvPicPr>
        <p:blipFill>
          <a:blip r:embed="rId3">
            <a:alphaModFix/>
          </a:blip>
          <a:stretch>
            <a:fillRect/>
          </a:stretch>
        </p:blipFill>
        <p:spPr>
          <a:xfrm>
            <a:off x="1540450" y="763900"/>
            <a:ext cx="3292476" cy="3866450"/>
          </a:xfrm>
          <a:prstGeom prst="rect">
            <a:avLst/>
          </a:prstGeom>
          <a:noFill/>
          <a:ln>
            <a:noFill/>
          </a:ln>
        </p:spPr>
      </p:pic>
      <p:pic>
        <p:nvPicPr>
          <p:cNvPr id="219" name="Google Shape;219;p34"/>
          <p:cNvPicPr preferRelativeResize="0"/>
          <p:nvPr/>
        </p:nvPicPr>
        <p:blipFill>
          <a:blip r:embed="rId4">
            <a:alphaModFix/>
          </a:blip>
          <a:stretch>
            <a:fillRect/>
          </a:stretch>
        </p:blipFill>
        <p:spPr>
          <a:xfrm>
            <a:off x="5437450" y="763899"/>
            <a:ext cx="3422124" cy="1562276"/>
          </a:xfrm>
          <a:prstGeom prst="rect">
            <a:avLst/>
          </a:prstGeom>
          <a:noFill/>
          <a:ln>
            <a:noFill/>
          </a:ln>
        </p:spPr>
      </p:pic>
      <p:pic>
        <p:nvPicPr>
          <p:cNvPr id="220" name="Google Shape;220;p34"/>
          <p:cNvPicPr preferRelativeResize="0"/>
          <p:nvPr/>
        </p:nvPicPr>
        <p:blipFill>
          <a:blip r:embed="rId5">
            <a:alphaModFix/>
          </a:blip>
          <a:stretch>
            <a:fillRect/>
          </a:stretch>
        </p:blipFill>
        <p:spPr>
          <a:xfrm>
            <a:off x="5437450" y="2844688"/>
            <a:ext cx="3292476" cy="154586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5"/>
          <p:cNvSpPr txBox="1"/>
          <p:nvPr/>
        </p:nvSpPr>
        <p:spPr>
          <a:xfrm>
            <a:off x="856475" y="317500"/>
            <a:ext cx="80031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400"/>
              </a:spcAft>
              <a:buNone/>
            </a:pPr>
            <a:r>
              <a:rPr b="1" lang="es" sz="1700">
                <a:solidFill>
                  <a:schemeClr val="dk1"/>
                </a:solidFill>
                <a:latin typeface="Google Sans"/>
                <a:ea typeface="Google Sans"/>
                <a:cs typeface="Google Sans"/>
                <a:sym typeface="Google Sans"/>
              </a:rPr>
              <a:t>Infraestructura Cloud Nativa (AWS)</a:t>
            </a:r>
            <a:endParaRPr sz="1100">
              <a:solidFill>
                <a:schemeClr val="dk1"/>
              </a:solidFill>
              <a:latin typeface="Google Sans"/>
              <a:ea typeface="Google Sans"/>
              <a:cs typeface="Google Sans"/>
              <a:sym typeface="Google Sans"/>
            </a:endParaRPr>
          </a:p>
        </p:txBody>
      </p:sp>
      <p:pic>
        <p:nvPicPr>
          <p:cNvPr id="226" name="Google Shape;226;p35"/>
          <p:cNvPicPr preferRelativeResize="0"/>
          <p:nvPr/>
        </p:nvPicPr>
        <p:blipFill>
          <a:blip r:embed="rId3">
            <a:alphaModFix/>
          </a:blip>
          <a:stretch>
            <a:fillRect/>
          </a:stretch>
        </p:blipFill>
        <p:spPr>
          <a:xfrm>
            <a:off x="1133075" y="2788649"/>
            <a:ext cx="7602551" cy="1988425"/>
          </a:xfrm>
          <a:prstGeom prst="rect">
            <a:avLst/>
          </a:prstGeom>
          <a:noFill/>
          <a:ln>
            <a:noFill/>
          </a:ln>
        </p:spPr>
      </p:pic>
      <p:pic>
        <p:nvPicPr>
          <p:cNvPr id="227" name="Google Shape;227;p35"/>
          <p:cNvPicPr preferRelativeResize="0"/>
          <p:nvPr/>
        </p:nvPicPr>
        <p:blipFill rotWithShape="1">
          <a:blip r:embed="rId4">
            <a:alphaModFix/>
          </a:blip>
          <a:srcRect b="0" l="0" r="82444" t="0"/>
          <a:stretch/>
        </p:blipFill>
        <p:spPr>
          <a:xfrm>
            <a:off x="3947650" y="818401"/>
            <a:ext cx="2807843" cy="862200"/>
          </a:xfrm>
          <a:prstGeom prst="rect">
            <a:avLst/>
          </a:prstGeom>
          <a:noFill/>
          <a:ln>
            <a:noFill/>
          </a:ln>
        </p:spPr>
      </p:pic>
      <p:pic>
        <p:nvPicPr>
          <p:cNvPr id="228" name="Google Shape;228;p35"/>
          <p:cNvPicPr preferRelativeResize="0"/>
          <p:nvPr/>
        </p:nvPicPr>
        <p:blipFill rotWithShape="1">
          <a:blip r:embed="rId5">
            <a:alphaModFix/>
          </a:blip>
          <a:srcRect b="0" l="0" r="0" t="21550"/>
          <a:stretch/>
        </p:blipFill>
        <p:spPr>
          <a:xfrm>
            <a:off x="1133075" y="818400"/>
            <a:ext cx="1703100" cy="1915750"/>
          </a:xfrm>
          <a:prstGeom prst="rect">
            <a:avLst/>
          </a:prstGeom>
          <a:noFill/>
          <a:ln>
            <a:noFill/>
          </a:ln>
        </p:spPr>
      </p:pic>
      <p:pic>
        <p:nvPicPr>
          <p:cNvPr id="229" name="Google Shape;229;p35"/>
          <p:cNvPicPr preferRelativeResize="0"/>
          <p:nvPr/>
        </p:nvPicPr>
        <p:blipFill rotWithShape="1">
          <a:blip r:embed="rId6">
            <a:alphaModFix/>
          </a:blip>
          <a:srcRect b="0" l="0" r="43833" t="0"/>
          <a:stretch/>
        </p:blipFill>
        <p:spPr>
          <a:xfrm>
            <a:off x="3947652" y="1803525"/>
            <a:ext cx="3681000" cy="8622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6"/>
          <p:cNvSpPr txBox="1"/>
          <p:nvPr/>
        </p:nvSpPr>
        <p:spPr>
          <a:xfrm>
            <a:off x="856475" y="317500"/>
            <a:ext cx="80031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400"/>
              </a:spcAft>
              <a:buNone/>
            </a:pPr>
            <a:r>
              <a:rPr b="1" lang="es" sz="1700">
                <a:solidFill>
                  <a:schemeClr val="dk1"/>
                </a:solidFill>
                <a:latin typeface="Google Sans"/>
                <a:ea typeface="Google Sans"/>
                <a:cs typeface="Google Sans"/>
                <a:sym typeface="Google Sans"/>
              </a:rPr>
              <a:t>LOGIN</a:t>
            </a:r>
            <a:endParaRPr sz="1100">
              <a:solidFill>
                <a:schemeClr val="dk1"/>
              </a:solidFill>
              <a:latin typeface="Google Sans"/>
              <a:ea typeface="Google Sans"/>
              <a:cs typeface="Google Sans"/>
              <a:sym typeface="Google Sans"/>
            </a:endParaRPr>
          </a:p>
        </p:txBody>
      </p:sp>
      <p:pic>
        <p:nvPicPr>
          <p:cNvPr id="235" name="Google Shape;235;p36"/>
          <p:cNvPicPr preferRelativeResize="0"/>
          <p:nvPr/>
        </p:nvPicPr>
        <p:blipFill>
          <a:blip r:embed="rId3">
            <a:alphaModFix/>
          </a:blip>
          <a:stretch>
            <a:fillRect/>
          </a:stretch>
        </p:blipFill>
        <p:spPr>
          <a:xfrm>
            <a:off x="856474" y="809350"/>
            <a:ext cx="1727550" cy="3754900"/>
          </a:xfrm>
          <a:prstGeom prst="rect">
            <a:avLst/>
          </a:prstGeom>
          <a:noFill/>
          <a:ln>
            <a:noFill/>
          </a:ln>
          <a:effectLst>
            <a:outerShdw blurRad="57150" rotWithShape="0" algn="bl" dir="5400000" dist="19050">
              <a:srgbClr val="000000">
                <a:alpha val="50000"/>
              </a:srgbClr>
            </a:outerShdw>
          </a:effectLst>
        </p:spPr>
      </p:pic>
      <p:pic>
        <p:nvPicPr>
          <p:cNvPr id="236" name="Google Shape;236;p36"/>
          <p:cNvPicPr preferRelativeResize="0"/>
          <p:nvPr/>
        </p:nvPicPr>
        <p:blipFill>
          <a:blip r:embed="rId4">
            <a:alphaModFix/>
          </a:blip>
          <a:stretch>
            <a:fillRect/>
          </a:stretch>
        </p:blipFill>
        <p:spPr>
          <a:xfrm>
            <a:off x="2844451" y="814113"/>
            <a:ext cx="1727550" cy="3745374"/>
          </a:xfrm>
          <a:prstGeom prst="rect">
            <a:avLst/>
          </a:prstGeom>
          <a:noFill/>
          <a:ln>
            <a:noFill/>
          </a:ln>
          <a:effectLst>
            <a:outerShdw blurRad="57150" rotWithShape="0" algn="bl" dir="5400000" dist="19050">
              <a:srgbClr val="000000">
                <a:alpha val="50000"/>
              </a:srgbClr>
            </a:outerShdw>
          </a:effectLst>
        </p:spPr>
      </p:pic>
      <p:pic>
        <p:nvPicPr>
          <p:cNvPr id="237" name="Google Shape;237;p36" title="Diagrama login.png"/>
          <p:cNvPicPr preferRelativeResize="0"/>
          <p:nvPr/>
        </p:nvPicPr>
        <p:blipFill>
          <a:blip r:embed="rId5">
            <a:alphaModFix/>
          </a:blip>
          <a:stretch>
            <a:fillRect/>
          </a:stretch>
        </p:blipFill>
        <p:spPr>
          <a:xfrm>
            <a:off x="4572001" y="422150"/>
            <a:ext cx="4095573" cy="429920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pic>
        <p:nvPicPr>
          <p:cNvPr id="242" name="Google Shape;242;p37"/>
          <p:cNvPicPr preferRelativeResize="0"/>
          <p:nvPr/>
        </p:nvPicPr>
        <p:blipFill>
          <a:blip r:embed="rId3">
            <a:alphaModFix/>
          </a:blip>
          <a:stretch>
            <a:fillRect/>
          </a:stretch>
        </p:blipFill>
        <p:spPr>
          <a:xfrm>
            <a:off x="3891425" y="487475"/>
            <a:ext cx="4781175" cy="1568925"/>
          </a:xfrm>
          <a:prstGeom prst="rect">
            <a:avLst/>
          </a:prstGeom>
          <a:noFill/>
          <a:ln>
            <a:noFill/>
          </a:ln>
        </p:spPr>
      </p:pic>
      <p:pic>
        <p:nvPicPr>
          <p:cNvPr id="243" name="Google Shape;243;p37"/>
          <p:cNvPicPr preferRelativeResize="0"/>
          <p:nvPr/>
        </p:nvPicPr>
        <p:blipFill rotWithShape="1">
          <a:blip r:embed="rId4">
            <a:alphaModFix/>
          </a:blip>
          <a:srcRect b="16597" l="0" r="0" t="0"/>
          <a:stretch/>
        </p:blipFill>
        <p:spPr>
          <a:xfrm>
            <a:off x="4259750" y="2146025"/>
            <a:ext cx="3747176" cy="2726200"/>
          </a:xfrm>
          <a:prstGeom prst="rect">
            <a:avLst/>
          </a:prstGeom>
          <a:noFill/>
          <a:ln>
            <a:noFill/>
          </a:ln>
        </p:spPr>
      </p:pic>
      <p:sp>
        <p:nvSpPr>
          <p:cNvPr id="244" name="Google Shape;244;p37"/>
          <p:cNvSpPr txBox="1"/>
          <p:nvPr/>
        </p:nvSpPr>
        <p:spPr>
          <a:xfrm>
            <a:off x="911825" y="170950"/>
            <a:ext cx="80031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400"/>
              </a:spcAft>
              <a:buNone/>
            </a:pPr>
            <a:r>
              <a:rPr b="1" lang="es" sz="1700">
                <a:solidFill>
                  <a:schemeClr val="dk1"/>
                </a:solidFill>
                <a:latin typeface="Google Sans"/>
                <a:ea typeface="Google Sans"/>
                <a:cs typeface="Google Sans"/>
                <a:sym typeface="Google Sans"/>
              </a:rPr>
              <a:t>LOGIN</a:t>
            </a:r>
            <a:endParaRPr sz="1100">
              <a:solidFill>
                <a:schemeClr val="dk1"/>
              </a:solidFill>
              <a:latin typeface="Google Sans"/>
              <a:ea typeface="Google Sans"/>
              <a:cs typeface="Google Sans"/>
              <a:sym typeface="Google Sans"/>
            </a:endParaRPr>
          </a:p>
        </p:txBody>
      </p:sp>
      <p:pic>
        <p:nvPicPr>
          <p:cNvPr id="245" name="Google Shape;245;p37"/>
          <p:cNvPicPr preferRelativeResize="0"/>
          <p:nvPr/>
        </p:nvPicPr>
        <p:blipFill>
          <a:blip r:embed="rId5">
            <a:alphaModFix/>
          </a:blip>
          <a:stretch>
            <a:fillRect/>
          </a:stretch>
        </p:blipFill>
        <p:spPr>
          <a:xfrm>
            <a:off x="911820" y="3164145"/>
            <a:ext cx="3019400" cy="1339975"/>
          </a:xfrm>
          <a:prstGeom prst="rect">
            <a:avLst/>
          </a:prstGeom>
          <a:noFill/>
          <a:ln>
            <a:noFill/>
          </a:ln>
        </p:spPr>
      </p:pic>
      <p:pic>
        <p:nvPicPr>
          <p:cNvPr id="246" name="Google Shape;246;p37"/>
          <p:cNvPicPr preferRelativeResize="0"/>
          <p:nvPr/>
        </p:nvPicPr>
        <p:blipFill>
          <a:blip r:embed="rId6">
            <a:alphaModFix/>
          </a:blip>
          <a:stretch>
            <a:fillRect/>
          </a:stretch>
        </p:blipFill>
        <p:spPr>
          <a:xfrm>
            <a:off x="790400" y="617350"/>
            <a:ext cx="2927302" cy="224199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8"/>
          <p:cNvSpPr txBox="1"/>
          <p:nvPr/>
        </p:nvSpPr>
        <p:spPr>
          <a:xfrm>
            <a:off x="856475" y="317500"/>
            <a:ext cx="80031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400"/>
              </a:spcAft>
              <a:buNone/>
            </a:pPr>
            <a:r>
              <a:rPr b="1" lang="es" sz="1700">
                <a:solidFill>
                  <a:schemeClr val="dk1"/>
                </a:solidFill>
                <a:latin typeface="Google Sans"/>
                <a:ea typeface="Google Sans"/>
                <a:cs typeface="Google Sans"/>
                <a:sym typeface="Google Sans"/>
              </a:rPr>
              <a:t>Obtener Info</a:t>
            </a:r>
            <a:endParaRPr sz="1100">
              <a:solidFill>
                <a:schemeClr val="dk1"/>
              </a:solidFill>
              <a:latin typeface="Google Sans"/>
              <a:ea typeface="Google Sans"/>
              <a:cs typeface="Google Sans"/>
              <a:sym typeface="Google Sans"/>
            </a:endParaRPr>
          </a:p>
        </p:txBody>
      </p:sp>
      <p:pic>
        <p:nvPicPr>
          <p:cNvPr id="252" name="Google Shape;252;p38"/>
          <p:cNvPicPr preferRelativeResize="0"/>
          <p:nvPr/>
        </p:nvPicPr>
        <p:blipFill>
          <a:blip r:embed="rId3">
            <a:alphaModFix/>
          </a:blip>
          <a:stretch>
            <a:fillRect/>
          </a:stretch>
        </p:blipFill>
        <p:spPr>
          <a:xfrm>
            <a:off x="989000" y="763900"/>
            <a:ext cx="2347050" cy="4074800"/>
          </a:xfrm>
          <a:prstGeom prst="rect">
            <a:avLst/>
          </a:prstGeom>
          <a:noFill/>
          <a:ln>
            <a:noFill/>
          </a:ln>
        </p:spPr>
      </p:pic>
      <p:pic>
        <p:nvPicPr>
          <p:cNvPr id="253" name="Google Shape;253;p38"/>
          <p:cNvPicPr preferRelativeResize="0"/>
          <p:nvPr/>
        </p:nvPicPr>
        <p:blipFill rotWithShape="1">
          <a:blip r:embed="rId4">
            <a:alphaModFix/>
          </a:blip>
          <a:srcRect b="0" l="0" r="10650" t="41874"/>
          <a:stretch/>
        </p:blipFill>
        <p:spPr>
          <a:xfrm>
            <a:off x="4187350" y="1693425"/>
            <a:ext cx="4672226" cy="962461"/>
          </a:xfrm>
          <a:prstGeom prst="rect">
            <a:avLst/>
          </a:prstGeom>
          <a:noFill/>
          <a:ln>
            <a:noFill/>
          </a:ln>
        </p:spPr>
      </p:pic>
      <p:pic>
        <p:nvPicPr>
          <p:cNvPr id="254" name="Google Shape;254;p38"/>
          <p:cNvPicPr preferRelativeResize="0"/>
          <p:nvPr/>
        </p:nvPicPr>
        <p:blipFill rotWithShape="1">
          <a:blip r:embed="rId5">
            <a:alphaModFix/>
          </a:blip>
          <a:srcRect b="14988" l="0" r="0" t="0"/>
          <a:stretch/>
        </p:blipFill>
        <p:spPr>
          <a:xfrm>
            <a:off x="3626975" y="2912938"/>
            <a:ext cx="5232601" cy="8358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9"/>
          <p:cNvSpPr txBox="1"/>
          <p:nvPr/>
        </p:nvSpPr>
        <p:spPr>
          <a:xfrm>
            <a:off x="856475" y="317500"/>
            <a:ext cx="80031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400"/>
              </a:spcAft>
              <a:buNone/>
            </a:pPr>
            <a:r>
              <a:rPr b="1" lang="es" sz="1700">
                <a:solidFill>
                  <a:schemeClr val="dk1"/>
                </a:solidFill>
                <a:latin typeface="Google Sans"/>
                <a:ea typeface="Google Sans"/>
                <a:cs typeface="Google Sans"/>
                <a:sym typeface="Google Sans"/>
              </a:rPr>
              <a:t>Obtener Info</a:t>
            </a:r>
            <a:endParaRPr sz="1100">
              <a:solidFill>
                <a:schemeClr val="dk1"/>
              </a:solidFill>
              <a:latin typeface="Google Sans"/>
              <a:ea typeface="Google Sans"/>
              <a:cs typeface="Google Sans"/>
              <a:sym typeface="Google Sans"/>
            </a:endParaRPr>
          </a:p>
        </p:txBody>
      </p:sp>
      <p:pic>
        <p:nvPicPr>
          <p:cNvPr id="260" name="Google Shape;260;p39"/>
          <p:cNvPicPr preferRelativeResize="0"/>
          <p:nvPr/>
        </p:nvPicPr>
        <p:blipFill rotWithShape="1">
          <a:blip r:embed="rId3">
            <a:alphaModFix/>
          </a:blip>
          <a:srcRect b="28891" l="0" r="0" t="0"/>
          <a:stretch/>
        </p:blipFill>
        <p:spPr>
          <a:xfrm>
            <a:off x="856475" y="868375"/>
            <a:ext cx="3472476" cy="1703376"/>
          </a:xfrm>
          <a:prstGeom prst="rect">
            <a:avLst/>
          </a:prstGeom>
          <a:noFill/>
          <a:ln>
            <a:noFill/>
          </a:ln>
        </p:spPr>
      </p:pic>
      <p:pic>
        <p:nvPicPr>
          <p:cNvPr id="261" name="Google Shape;261;p39"/>
          <p:cNvPicPr preferRelativeResize="0"/>
          <p:nvPr/>
        </p:nvPicPr>
        <p:blipFill rotWithShape="1">
          <a:blip r:embed="rId4">
            <a:alphaModFix/>
          </a:blip>
          <a:srcRect b="0" l="0" r="22088" t="0"/>
          <a:stretch/>
        </p:blipFill>
        <p:spPr>
          <a:xfrm>
            <a:off x="4967525" y="868375"/>
            <a:ext cx="3892050" cy="3089174"/>
          </a:xfrm>
          <a:prstGeom prst="rect">
            <a:avLst/>
          </a:prstGeom>
          <a:noFill/>
          <a:ln>
            <a:noFill/>
          </a:ln>
        </p:spPr>
      </p:pic>
      <p:pic>
        <p:nvPicPr>
          <p:cNvPr id="262" name="Google Shape;262;p39"/>
          <p:cNvPicPr preferRelativeResize="0"/>
          <p:nvPr/>
        </p:nvPicPr>
        <p:blipFill>
          <a:blip r:embed="rId5">
            <a:alphaModFix/>
          </a:blip>
          <a:stretch>
            <a:fillRect/>
          </a:stretch>
        </p:blipFill>
        <p:spPr>
          <a:xfrm>
            <a:off x="856475" y="2676225"/>
            <a:ext cx="3472474" cy="246727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40"/>
          <p:cNvSpPr txBox="1"/>
          <p:nvPr/>
        </p:nvSpPr>
        <p:spPr>
          <a:xfrm>
            <a:off x="856475" y="317500"/>
            <a:ext cx="80031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400"/>
              </a:spcAft>
              <a:buNone/>
            </a:pPr>
            <a:r>
              <a:rPr b="1" lang="es" sz="1700">
                <a:solidFill>
                  <a:schemeClr val="dk1"/>
                </a:solidFill>
                <a:latin typeface="Google Sans"/>
                <a:ea typeface="Google Sans"/>
                <a:cs typeface="Google Sans"/>
                <a:sym typeface="Google Sans"/>
              </a:rPr>
              <a:t>VAMBOT</a:t>
            </a:r>
            <a:endParaRPr sz="1100">
              <a:solidFill>
                <a:schemeClr val="dk1"/>
              </a:solidFill>
              <a:latin typeface="Google Sans"/>
              <a:ea typeface="Google Sans"/>
              <a:cs typeface="Google Sans"/>
              <a:sym typeface="Google Sans"/>
            </a:endParaRPr>
          </a:p>
        </p:txBody>
      </p:sp>
      <p:pic>
        <p:nvPicPr>
          <p:cNvPr id="268" name="Google Shape;268;p40"/>
          <p:cNvPicPr preferRelativeResize="0"/>
          <p:nvPr/>
        </p:nvPicPr>
        <p:blipFill>
          <a:blip r:embed="rId3">
            <a:alphaModFix/>
          </a:blip>
          <a:stretch>
            <a:fillRect/>
          </a:stretch>
        </p:blipFill>
        <p:spPr>
          <a:xfrm>
            <a:off x="1903350" y="652350"/>
            <a:ext cx="3145750" cy="3470800"/>
          </a:xfrm>
          <a:prstGeom prst="rect">
            <a:avLst/>
          </a:prstGeom>
          <a:noFill/>
          <a:ln>
            <a:noFill/>
          </a:ln>
        </p:spPr>
      </p:pic>
      <p:pic>
        <p:nvPicPr>
          <p:cNvPr id="269" name="Google Shape;269;p40"/>
          <p:cNvPicPr preferRelativeResize="0"/>
          <p:nvPr/>
        </p:nvPicPr>
        <p:blipFill>
          <a:blip r:embed="rId4">
            <a:alphaModFix/>
          </a:blip>
          <a:stretch>
            <a:fillRect/>
          </a:stretch>
        </p:blipFill>
        <p:spPr>
          <a:xfrm>
            <a:off x="5856750" y="437825"/>
            <a:ext cx="1758100" cy="38131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pic>
        <p:nvPicPr>
          <p:cNvPr id="274" name="Google Shape;274;p41"/>
          <p:cNvPicPr preferRelativeResize="0"/>
          <p:nvPr/>
        </p:nvPicPr>
        <p:blipFill>
          <a:blip r:embed="rId3">
            <a:alphaModFix/>
          </a:blip>
          <a:stretch>
            <a:fillRect/>
          </a:stretch>
        </p:blipFill>
        <p:spPr>
          <a:xfrm>
            <a:off x="983925" y="763900"/>
            <a:ext cx="4135550" cy="4203201"/>
          </a:xfrm>
          <a:prstGeom prst="rect">
            <a:avLst/>
          </a:prstGeom>
          <a:noFill/>
          <a:ln>
            <a:noFill/>
          </a:ln>
        </p:spPr>
      </p:pic>
      <p:sp>
        <p:nvSpPr>
          <p:cNvPr id="275" name="Google Shape;275;p41"/>
          <p:cNvSpPr txBox="1"/>
          <p:nvPr/>
        </p:nvSpPr>
        <p:spPr>
          <a:xfrm>
            <a:off x="856475" y="317500"/>
            <a:ext cx="80031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400"/>
              </a:spcAft>
              <a:buNone/>
            </a:pPr>
            <a:r>
              <a:rPr b="1" lang="es" sz="1700">
                <a:solidFill>
                  <a:schemeClr val="dk1"/>
                </a:solidFill>
                <a:latin typeface="Google Sans"/>
                <a:ea typeface="Google Sans"/>
                <a:cs typeface="Google Sans"/>
                <a:sym typeface="Google Sans"/>
              </a:rPr>
              <a:t>VAMBOT : Main y Worker</a:t>
            </a:r>
            <a:endParaRPr sz="1100">
              <a:solidFill>
                <a:schemeClr val="dk1"/>
              </a:solidFill>
              <a:latin typeface="Google Sans"/>
              <a:ea typeface="Google Sans"/>
              <a:cs typeface="Google Sans"/>
              <a:sym typeface="Google Sans"/>
            </a:endParaRPr>
          </a:p>
        </p:txBody>
      </p:sp>
      <p:pic>
        <p:nvPicPr>
          <p:cNvPr id="276" name="Google Shape;276;p41"/>
          <p:cNvPicPr preferRelativeResize="0"/>
          <p:nvPr/>
        </p:nvPicPr>
        <p:blipFill>
          <a:blip r:embed="rId4">
            <a:alphaModFix/>
          </a:blip>
          <a:stretch>
            <a:fillRect/>
          </a:stretch>
        </p:blipFill>
        <p:spPr>
          <a:xfrm>
            <a:off x="5407721" y="763896"/>
            <a:ext cx="3451850" cy="1308025"/>
          </a:xfrm>
          <a:prstGeom prst="rect">
            <a:avLst/>
          </a:prstGeom>
          <a:noFill/>
          <a:ln>
            <a:noFill/>
          </a:ln>
        </p:spPr>
      </p:pic>
      <p:pic>
        <p:nvPicPr>
          <p:cNvPr id="277" name="Google Shape;277;p41"/>
          <p:cNvPicPr preferRelativeResize="0"/>
          <p:nvPr/>
        </p:nvPicPr>
        <p:blipFill>
          <a:blip r:embed="rId5">
            <a:alphaModFix/>
          </a:blip>
          <a:stretch>
            <a:fillRect/>
          </a:stretch>
        </p:blipFill>
        <p:spPr>
          <a:xfrm>
            <a:off x="5407726" y="2097225"/>
            <a:ext cx="3451850" cy="879628"/>
          </a:xfrm>
          <a:prstGeom prst="rect">
            <a:avLst/>
          </a:prstGeom>
          <a:noFill/>
          <a:ln>
            <a:noFill/>
          </a:ln>
        </p:spPr>
      </p:pic>
      <p:pic>
        <p:nvPicPr>
          <p:cNvPr id="278" name="Google Shape;278;p41"/>
          <p:cNvPicPr preferRelativeResize="0"/>
          <p:nvPr/>
        </p:nvPicPr>
        <p:blipFill>
          <a:blip r:embed="rId6">
            <a:alphaModFix/>
          </a:blip>
          <a:stretch>
            <a:fillRect/>
          </a:stretch>
        </p:blipFill>
        <p:spPr>
          <a:xfrm>
            <a:off x="5407725" y="3051153"/>
            <a:ext cx="2374455" cy="1769322"/>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2"/>
          <p:cNvSpPr txBox="1"/>
          <p:nvPr/>
        </p:nvSpPr>
        <p:spPr>
          <a:xfrm>
            <a:off x="844725" y="246950"/>
            <a:ext cx="80031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400"/>
              </a:spcAft>
              <a:buNone/>
            </a:pPr>
            <a:r>
              <a:rPr b="1" lang="es" sz="1700">
                <a:solidFill>
                  <a:schemeClr val="dk1"/>
                </a:solidFill>
                <a:latin typeface="Google Sans"/>
                <a:ea typeface="Google Sans"/>
                <a:cs typeface="Google Sans"/>
                <a:sym typeface="Google Sans"/>
              </a:rPr>
              <a:t>VAMBOT: Orquestador</a:t>
            </a:r>
            <a:endParaRPr sz="1100">
              <a:solidFill>
                <a:schemeClr val="dk1"/>
              </a:solidFill>
              <a:latin typeface="Google Sans"/>
              <a:ea typeface="Google Sans"/>
              <a:cs typeface="Google Sans"/>
              <a:sym typeface="Google Sans"/>
            </a:endParaRPr>
          </a:p>
        </p:txBody>
      </p:sp>
      <p:pic>
        <p:nvPicPr>
          <p:cNvPr id="284" name="Google Shape;284;p42" title="Diagrama Vambot orquestador.png"/>
          <p:cNvPicPr preferRelativeResize="0"/>
          <p:nvPr/>
        </p:nvPicPr>
        <p:blipFill>
          <a:blip r:embed="rId3">
            <a:alphaModFix/>
          </a:blip>
          <a:stretch>
            <a:fillRect/>
          </a:stretch>
        </p:blipFill>
        <p:spPr>
          <a:xfrm>
            <a:off x="979274" y="617151"/>
            <a:ext cx="4063677" cy="2099299"/>
          </a:xfrm>
          <a:prstGeom prst="rect">
            <a:avLst/>
          </a:prstGeom>
          <a:noFill/>
          <a:ln>
            <a:noFill/>
          </a:ln>
        </p:spPr>
      </p:pic>
      <p:pic>
        <p:nvPicPr>
          <p:cNvPr id="285" name="Google Shape;285;p42"/>
          <p:cNvPicPr preferRelativeResize="0"/>
          <p:nvPr/>
        </p:nvPicPr>
        <p:blipFill>
          <a:blip r:embed="rId4">
            <a:alphaModFix/>
          </a:blip>
          <a:stretch>
            <a:fillRect/>
          </a:stretch>
        </p:blipFill>
        <p:spPr>
          <a:xfrm>
            <a:off x="979277" y="2775475"/>
            <a:ext cx="3796249" cy="2188871"/>
          </a:xfrm>
          <a:prstGeom prst="rect">
            <a:avLst/>
          </a:prstGeom>
          <a:noFill/>
          <a:ln>
            <a:noFill/>
          </a:ln>
        </p:spPr>
      </p:pic>
      <p:pic>
        <p:nvPicPr>
          <p:cNvPr id="286" name="Google Shape;286;p42"/>
          <p:cNvPicPr preferRelativeResize="0"/>
          <p:nvPr/>
        </p:nvPicPr>
        <p:blipFill>
          <a:blip r:embed="rId5">
            <a:alphaModFix/>
          </a:blip>
          <a:stretch>
            <a:fillRect/>
          </a:stretch>
        </p:blipFill>
        <p:spPr>
          <a:xfrm>
            <a:off x="5414427" y="340921"/>
            <a:ext cx="3042248" cy="2046054"/>
          </a:xfrm>
          <a:prstGeom prst="rect">
            <a:avLst/>
          </a:prstGeom>
          <a:noFill/>
          <a:ln>
            <a:noFill/>
          </a:ln>
        </p:spPr>
      </p:pic>
      <p:pic>
        <p:nvPicPr>
          <p:cNvPr id="287" name="Google Shape;287;p42"/>
          <p:cNvPicPr preferRelativeResize="0"/>
          <p:nvPr/>
        </p:nvPicPr>
        <p:blipFill>
          <a:blip r:embed="rId6">
            <a:alphaModFix/>
          </a:blip>
          <a:stretch>
            <a:fillRect/>
          </a:stretch>
        </p:blipFill>
        <p:spPr>
          <a:xfrm>
            <a:off x="5300127" y="2449750"/>
            <a:ext cx="3081801" cy="20993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3"/>
          <p:cNvSpPr txBox="1"/>
          <p:nvPr/>
        </p:nvSpPr>
        <p:spPr>
          <a:xfrm>
            <a:off x="856475" y="317500"/>
            <a:ext cx="80031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400"/>
              </a:spcAft>
              <a:buNone/>
            </a:pPr>
            <a:r>
              <a:rPr b="1" lang="es" sz="1700">
                <a:solidFill>
                  <a:schemeClr val="dk1"/>
                </a:solidFill>
                <a:latin typeface="Google Sans"/>
                <a:ea typeface="Google Sans"/>
                <a:cs typeface="Google Sans"/>
                <a:sym typeface="Google Sans"/>
              </a:rPr>
              <a:t>DB</a:t>
            </a:r>
            <a:endParaRPr sz="1100">
              <a:solidFill>
                <a:schemeClr val="dk1"/>
              </a:solidFill>
              <a:latin typeface="Google Sans"/>
              <a:ea typeface="Google Sans"/>
              <a:cs typeface="Google Sans"/>
              <a:sym typeface="Google Sans"/>
            </a:endParaRPr>
          </a:p>
        </p:txBody>
      </p:sp>
      <p:pic>
        <p:nvPicPr>
          <p:cNvPr id="293" name="Google Shape;293;p43"/>
          <p:cNvPicPr preferRelativeResize="0"/>
          <p:nvPr/>
        </p:nvPicPr>
        <p:blipFill>
          <a:blip r:embed="rId3">
            <a:alphaModFix/>
          </a:blip>
          <a:stretch>
            <a:fillRect/>
          </a:stretch>
        </p:blipFill>
        <p:spPr>
          <a:xfrm>
            <a:off x="381325" y="1123075"/>
            <a:ext cx="4190674" cy="3365375"/>
          </a:xfrm>
          <a:prstGeom prst="rect">
            <a:avLst/>
          </a:prstGeom>
          <a:noFill/>
          <a:ln>
            <a:noFill/>
          </a:ln>
        </p:spPr>
      </p:pic>
      <p:pic>
        <p:nvPicPr>
          <p:cNvPr id="294" name="Google Shape;294;p43"/>
          <p:cNvPicPr preferRelativeResize="0"/>
          <p:nvPr/>
        </p:nvPicPr>
        <p:blipFill>
          <a:blip r:embed="rId4">
            <a:alphaModFix/>
          </a:blip>
          <a:stretch>
            <a:fillRect/>
          </a:stretch>
        </p:blipFill>
        <p:spPr>
          <a:xfrm>
            <a:off x="4841075" y="1123075"/>
            <a:ext cx="4083299" cy="18928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44"/>
          <p:cNvSpPr txBox="1"/>
          <p:nvPr/>
        </p:nvSpPr>
        <p:spPr>
          <a:xfrm>
            <a:off x="856475" y="317500"/>
            <a:ext cx="80031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400"/>
              </a:spcAft>
              <a:buNone/>
            </a:pPr>
            <a:r>
              <a:rPr b="1" lang="es" sz="1700">
                <a:solidFill>
                  <a:schemeClr val="dk1"/>
                </a:solidFill>
                <a:latin typeface="Google Sans"/>
                <a:ea typeface="Google Sans"/>
                <a:cs typeface="Google Sans"/>
                <a:sym typeface="Google Sans"/>
              </a:rPr>
              <a:t>DB</a:t>
            </a:r>
            <a:endParaRPr sz="1100">
              <a:solidFill>
                <a:schemeClr val="dk1"/>
              </a:solidFill>
              <a:latin typeface="Google Sans"/>
              <a:ea typeface="Google Sans"/>
              <a:cs typeface="Google Sans"/>
              <a:sym typeface="Google Sans"/>
            </a:endParaRPr>
          </a:p>
        </p:txBody>
      </p:sp>
      <p:pic>
        <p:nvPicPr>
          <p:cNvPr id="300" name="Google Shape;300;p44" title="Esquema BD evento y chat.jpeg"/>
          <p:cNvPicPr preferRelativeResize="0"/>
          <p:nvPr/>
        </p:nvPicPr>
        <p:blipFill>
          <a:blip r:embed="rId3">
            <a:alphaModFix/>
          </a:blip>
          <a:stretch>
            <a:fillRect/>
          </a:stretch>
        </p:blipFill>
        <p:spPr>
          <a:xfrm>
            <a:off x="4167958" y="2771125"/>
            <a:ext cx="4976040" cy="2288975"/>
          </a:xfrm>
          <a:prstGeom prst="rect">
            <a:avLst/>
          </a:prstGeom>
          <a:noFill/>
          <a:ln>
            <a:noFill/>
          </a:ln>
        </p:spPr>
      </p:pic>
      <p:pic>
        <p:nvPicPr>
          <p:cNvPr id="301" name="Google Shape;301;p44" title="Esquema BD usuario.jpeg"/>
          <p:cNvPicPr preferRelativeResize="0"/>
          <p:nvPr/>
        </p:nvPicPr>
        <p:blipFill>
          <a:blip r:embed="rId4">
            <a:alphaModFix/>
          </a:blip>
          <a:stretch>
            <a:fillRect/>
          </a:stretch>
        </p:blipFill>
        <p:spPr>
          <a:xfrm>
            <a:off x="856475" y="763904"/>
            <a:ext cx="4762500" cy="22889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45"/>
          <p:cNvSpPr txBox="1"/>
          <p:nvPr/>
        </p:nvSpPr>
        <p:spPr>
          <a:xfrm>
            <a:off x="856475" y="317500"/>
            <a:ext cx="80031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400"/>
              </a:spcAft>
              <a:buNone/>
            </a:pPr>
            <a:r>
              <a:rPr b="1" lang="es" sz="1700">
                <a:solidFill>
                  <a:schemeClr val="dk1"/>
                </a:solidFill>
                <a:latin typeface="Google Sans"/>
                <a:ea typeface="Google Sans"/>
                <a:cs typeface="Google Sans"/>
                <a:sym typeface="Google Sans"/>
              </a:rPr>
              <a:t>Eventos en Mapa</a:t>
            </a:r>
            <a:endParaRPr sz="1100">
              <a:solidFill>
                <a:schemeClr val="dk1"/>
              </a:solidFill>
              <a:latin typeface="Google Sans"/>
              <a:ea typeface="Google Sans"/>
              <a:cs typeface="Google Sans"/>
              <a:sym typeface="Google Sans"/>
            </a:endParaRPr>
          </a:p>
        </p:txBody>
      </p:sp>
      <p:pic>
        <p:nvPicPr>
          <p:cNvPr id="307" name="Google Shape;307;p45"/>
          <p:cNvPicPr preferRelativeResize="0"/>
          <p:nvPr/>
        </p:nvPicPr>
        <p:blipFill rotWithShape="1">
          <a:blip r:embed="rId3">
            <a:alphaModFix/>
          </a:blip>
          <a:srcRect b="20070" l="0" r="0" t="0"/>
          <a:stretch/>
        </p:blipFill>
        <p:spPr>
          <a:xfrm>
            <a:off x="973800" y="1004200"/>
            <a:ext cx="4469225" cy="1873325"/>
          </a:xfrm>
          <a:prstGeom prst="rect">
            <a:avLst/>
          </a:prstGeom>
          <a:noFill/>
          <a:ln>
            <a:noFill/>
          </a:ln>
        </p:spPr>
      </p:pic>
      <p:pic>
        <p:nvPicPr>
          <p:cNvPr id="308" name="Google Shape;308;p45"/>
          <p:cNvPicPr preferRelativeResize="0"/>
          <p:nvPr/>
        </p:nvPicPr>
        <p:blipFill>
          <a:blip r:embed="rId4">
            <a:alphaModFix/>
          </a:blip>
          <a:stretch>
            <a:fillRect/>
          </a:stretch>
        </p:blipFill>
        <p:spPr>
          <a:xfrm>
            <a:off x="5505275" y="478100"/>
            <a:ext cx="2401050" cy="46654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nvSpPr>
        <p:spPr>
          <a:xfrm>
            <a:off x="856475" y="317500"/>
            <a:ext cx="80031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400"/>
              </a:spcAft>
              <a:buNone/>
            </a:pPr>
            <a:r>
              <a:rPr b="1" lang="es" sz="1700">
                <a:solidFill>
                  <a:schemeClr val="dk1"/>
                </a:solidFill>
                <a:latin typeface="Google Sans"/>
                <a:ea typeface="Google Sans"/>
                <a:cs typeface="Google Sans"/>
                <a:sym typeface="Google Sans"/>
              </a:rPr>
              <a:t>Listado de Eventos</a:t>
            </a:r>
            <a:endParaRPr sz="1100">
              <a:solidFill>
                <a:schemeClr val="dk1"/>
              </a:solidFill>
              <a:latin typeface="Google Sans"/>
              <a:ea typeface="Google Sans"/>
              <a:cs typeface="Google Sans"/>
              <a:sym typeface="Google Sans"/>
            </a:endParaRPr>
          </a:p>
        </p:txBody>
      </p:sp>
      <p:pic>
        <p:nvPicPr>
          <p:cNvPr id="314" name="Google Shape;314;p46"/>
          <p:cNvPicPr preferRelativeResize="0"/>
          <p:nvPr/>
        </p:nvPicPr>
        <p:blipFill rotWithShape="1">
          <a:blip r:embed="rId3">
            <a:alphaModFix/>
          </a:blip>
          <a:srcRect b="0" l="0" r="0" t="0"/>
          <a:stretch/>
        </p:blipFill>
        <p:spPr>
          <a:xfrm>
            <a:off x="1033700" y="763900"/>
            <a:ext cx="4413650" cy="1449450"/>
          </a:xfrm>
          <a:prstGeom prst="rect">
            <a:avLst/>
          </a:prstGeom>
          <a:noFill/>
          <a:ln>
            <a:noFill/>
          </a:ln>
        </p:spPr>
      </p:pic>
      <p:pic>
        <p:nvPicPr>
          <p:cNvPr id="315" name="Google Shape;315;p46"/>
          <p:cNvPicPr preferRelativeResize="0"/>
          <p:nvPr/>
        </p:nvPicPr>
        <p:blipFill>
          <a:blip r:embed="rId4">
            <a:alphaModFix/>
          </a:blip>
          <a:stretch>
            <a:fillRect/>
          </a:stretch>
        </p:blipFill>
        <p:spPr>
          <a:xfrm>
            <a:off x="6434925" y="741063"/>
            <a:ext cx="1692225" cy="3661375"/>
          </a:xfrm>
          <a:prstGeom prst="rect">
            <a:avLst/>
          </a:prstGeom>
          <a:noFill/>
          <a:ln>
            <a:noFill/>
          </a:ln>
        </p:spPr>
      </p:pic>
      <p:pic>
        <p:nvPicPr>
          <p:cNvPr id="316" name="Google Shape;316;p46"/>
          <p:cNvPicPr preferRelativeResize="0"/>
          <p:nvPr/>
        </p:nvPicPr>
        <p:blipFill>
          <a:blip r:embed="rId5">
            <a:alphaModFix/>
          </a:blip>
          <a:stretch>
            <a:fillRect/>
          </a:stretch>
        </p:blipFill>
        <p:spPr>
          <a:xfrm>
            <a:off x="1033700" y="2571750"/>
            <a:ext cx="4985426" cy="17443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47"/>
          <p:cNvSpPr txBox="1"/>
          <p:nvPr/>
        </p:nvSpPr>
        <p:spPr>
          <a:xfrm>
            <a:off x="964900" y="302025"/>
            <a:ext cx="80031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400"/>
              </a:spcAft>
              <a:buNone/>
            </a:pPr>
            <a:r>
              <a:rPr b="1" lang="es" sz="1700">
                <a:solidFill>
                  <a:schemeClr val="dk1"/>
                </a:solidFill>
                <a:latin typeface="Google Sans"/>
                <a:ea typeface="Google Sans"/>
                <a:cs typeface="Google Sans"/>
                <a:sym typeface="Google Sans"/>
              </a:rPr>
              <a:t>Listado de Eventos</a:t>
            </a:r>
            <a:endParaRPr sz="1100">
              <a:solidFill>
                <a:schemeClr val="dk1"/>
              </a:solidFill>
              <a:latin typeface="Google Sans"/>
              <a:ea typeface="Google Sans"/>
              <a:cs typeface="Google Sans"/>
              <a:sym typeface="Google Sans"/>
            </a:endParaRPr>
          </a:p>
        </p:txBody>
      </p:sp>
      <p:pic>
        <p:nvPicPr>
          <p:cNvPr id="322" name="Google Shape;322;p47"/>
          <p:cNvPicPr preferRelativeResize="0"/>
          <p:nvPr/>
        </p:nvPicPr>
        <p:blipFill>
          <a:blip r:embed="rId3">
            <a:alphaModFix/>
          </a:blip>
          <a:stretch>
            <a:fillRect/>
          </a:stretch>
        </p:blipFill>
        <p:spPr>
          <a:xfrm>
            <a:off x="909300" y="748425"/>
            <a:ext cx="4162425" cy="428625"/>
          </a:xfrm>
          <a:prstGeom prst="rect">
            <a:avLst/>
          </a:prstGeom>
          <a:noFill/>
          <a:ln>
            <a:noFill/>
          </a:ln>
        </p:spPr>
      </p:pic>
      <p:pic>
        <p:nvPicPr>
          <p:cNvPr id="323" name="Google Shape;323;p47"/>
          <p:cNvPicPr preferRelativeResize="0"/>
          <p:nvPr/>
        </p:nvPicPr>
        <p:blipFill rotWithShape="1">
          <a:blip r:embed="rId4">
            <a:alphaModFix/>
          </a:blip>
          <a:srcRect b="26308" l="0" r="18154" t="0"/>
          <a:stretch/>
        </p:blipFill>
        <p:spPr>
          <a:xfrm>
            <a:off x="5428900" y="302025"/>
            <a:ext cx="3004058" cy="446400"/>
          </a:xfrm>
          <a:prstGeom prst="rect">
            <a:avLst/>
          </a:prstGeom>
          <a:noFill/>
          <a:ln>
            <a:noFill/>
          </a:ln>
        </p:spPr>
      </p:pic>
      <p:pic>
        <p:nvPicPr>
          <p:cNvPr id="324" name="Google Shape;324;p47"/>
          <p:cNvPicPr preferRelativeResize="0"/>
          <p:nvPr/>
        </p:nvPicPr>
        <p:blipFill>
          <a:blip r:embed="rId5">
            <a:alphaModFix/>
          </a:blip>
          <a:stretch>
            <a:fillRect/>
          </a:stretch>
        </p:blipFill>
        <p:spPr>
          <a:xfrm>
            <a:off x="909300" y="1226750"/>
            <a:ext cx="6067425" cy="942975"/>
          </a:xfrm>
          <a:prstGeom prst="rect">
            <a:avLst/>
          </a:prstGeom>
          <a:noFill/>
          <a:ln>
            <a:noFill/>
          </a:ln>
        </p:spPr>
      </p:pic>
      <p:pic>
        <p:nvPicPr>
          <p:cNvPr id="325" name="Google Shape;325;p47"/>
          <p:cNvPicPr preferRelativeResize="0"/>
          <p:nvPr/>
        </p:nvPicPr>
        <p:blipFill>
          <a:blip r:embed="rId6">
            <a:alphaModFix/>
          </a:blip>
          <a:stretch>
            <a:fillRect/>
          </a:stretch>
        </p:blipFill>
        <p:spPr>
          <a:xfrm>
            <a:off x="909300" y="2254075"/>
            <a:ext cx="5962650" cy="971550"/>
          </a:xfrm>
          <a:prstGeom prst="rect">
            <a:avLst/>
          </a:prstGeom>
          <a:noFill/>
          <a:ln>
            <a:noFill/>
          </a:ln>
        </p:spPr>
      </p:pic>
      <p:pic>
        <p:nvPicPr>
          <p:cNvPr id="326" name="Google Shape;326;p47"/>
          <p:cNvPicPr preferRelativeResize="0"/>
          <p:nvPr/>
        </p:nvPicPr>
        <p:blipFill>
          <a:blip r:embed="rId7">
            <a:alphaModFix/>
          </a:blip>
          <a:stretch>
            <a:fillRect/>
          </a:stretch>
        </p:blipFill>
        <p:spPr>
          <a:xfrm>
            <a:off x="4488325" y="3072575"/>
            <a:ext cx="4655675" cy="20709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48"/>
          <p:cNvSpPr txBox="1"/>
          <p:nvPr/>
        </p:nvSpPr>
        <p:spPr>
          <a:xfrm>
            <a:off x="964900" y="302025"/>
            <a:ext cx="80031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400"/>
              </a:spcAft>
              <a:buNone/>
            </a:pPr>
            <a:r>
              <a:rPr b="1" lang="es" sz="1700">
                <a:solidFill>
                  <a:schemeClr val="dk1"/>
                </a:solidFill>
                <a:latin typeface="Google Sans"/>
                <a:ea typeface="Google Sans"/>
                <a:cs typeface="Google Sans"/>
                <a:sym typeface="Google Sans"/>
              </a:rPr>
              <a:t>Listado de Eventos</a:t>
            </a:r>
            <a:endParaRPr sz="1100">
              <a:solidFill>
                <a:schemeClr val="dk1"/>
              </a:solidFill>
              <a:latin typeface="Google Sans"/>
              <a:ea typeface="Google Sans"/>
              <a:cs typeface="Google Sans"/>
              <a:sym typeface="Google Sans"/>
            </a:endParaRPr>
          </a:p>
        </p:txBody>
      </p:sp>
      <p:pic>
        <p:nvPicPr>
          <p:cNvPr id="332" name="Google Shape;332;p48"/>
          <p:cNvPicPr preferRelativeResize="0"/>
          <p:nvPr/>
        </p:nvPicPr>
        <p:blipFill>
          <a:blip r:embed="rId3">
            <a:alphaModFix/>
          </a:blip>
          <a:stretch>
            <a:fillRect/>
          </a:stretch>
        </p:blipFill>
        <p:spPr>
          <a:xfrm>
            <a:off x="2414300" y="748425"/>
            <a:ext cx="1975225" cy="4275325"/>
          </a:xfrm>
          <a:prstGeom prst="rect">
            <a:avLst/>
          </a:prstGeom>
          <a:noFill/>
          <a:ln>
            <a:noFill/>
          </a:ln>
        </p:spPr>
      </p:pic>
      <p:pic>
        <p:nvPicPr>
          <p:cNvPr id="333" name="Google Shape;333;p48"/>
          <p:cNvPicPr preferRelativeResize="0"/>
          <p:nvPr/>
        </p:nvPicPr>
        <p:blipFill>
          <a:blip r:embed="rId4">
            <a:alphaModFix/>
          </a:blip>
          <a:stretch>
            <a:fillRect/>
          </a:stretch>
        </p:blipFill>
        <p:spPr>
          <a:xfrm>
            <a:off x="5098750" y="748425"/>
            <a:ext cx="1975225" cy="4275323"/>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49"/>
          <p:cNvSpPr txBox="1"/>
          <p:nvPr/>
        </p:nvSpPr>
        <p:spPr>
          <a:xfrm>
            <a:off x="856475" y="317500"/>
            <a:ext cx="80031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400"/>
              </a:spcAft>
              <a:buNone/>
            </a:pPr>
            <a:r>
              <a:rPr b="1" lang="es" sz="1700">
                <a:solidFill>
                  <a:schemeClr val="dk1"/>
                </a:solidFill>
                <a:latin typeface="Google Sans"/>
                <a:ea typeface="Google Sans"/>
                <a:cs typeface="Google Sans"/>
                <a:sym typeface="Google Sans"/>
              </a:rPr>
              <a:t>Grupos de Usuario por Eventos</a:t>
            </a:r>
            <a:endParaRPr sz="1100">
              <a:solidFill>
                <a:schemeClr val="dk1"/>
              </a:solidFill>
              <a:latin typeface="Google Sans"/>
              <a:ea typeface="Google Sans"/>
              <a:cs typeface="Google Sans"/>
              <a:sym typeface="Google Sans"/>
            </a:endParaRPr>
          </a:p>
        </p:txBody>
      </p:sp>
      <p:pic>
        <p:nvPicPr>
          <p:cNvPr id="339" name="Google Shape;339;p49"/>
          <p:cNvPicPr preferRelativeResize="0"/>
          <p:nvPr/>
        </p:nvPicPr>
        <p:blipFill>
          <a:blip r:embed="rId3">
            <a:alphaModFix/>
          </a:blip>
          <a:stretch>
            <a:fillRect/>
          </a:stretch>
        </p:blipFill>
        <p:spPr>
          <a:xfrm>
            <a:off x="369300" y="763900"/>
            <a:ext cx="5405558" cy="4074800"/>
          </a:xfrm>
          <a:prstGeom prst="rect">
            <a:avLst/>
          </a:prstGeom>
          <a:noFill/>
          <a:ln>
            <a:noFill/>
          </a:ln>
        </p:spPr>
      </p:pic>
      <p:pic>
        <p:nvPicPr>
          <p:cNvPr id="340" name="Google Shape;340;p49"/>
          <p:cNvPicPr preferRelativeResize="0"/>
          <p:nvPr/>
        </p:nvPicPr>
        <p:blipFill>
          <a:blip r:embed="rId4">
            <a:alphaModFix/>
          </a:blip>
          <a:stretch>
            <a:fillRect/>
          </a:stretch>
        </p:blipFill>
        <p:spPr>
          <a:xfrm>
            <a:off x="5774858" y="763900"/>
            <a:ext cx="3064342" cy="2366832"/>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50"/>
          <p:cNvSpPr txBox="1"/>
          <p:nvPr/>
        </p:nvSpPr>
        <p:spPr>
          <a:xfrm>
            <a:off x="856475" y="317500"/>
            <a:ext cx="80031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400"/>
              </a:spcAft>
              <a:buNone/>
            </a:pPr>
            <a:r>
              <a:rPr b="1" lang="es" sz="1700">
                <a:solidFill>
                  <a:schemeClr val="dk1"/>
                </a:solidFill>
                <a:latin typeface="Google Sans"/>
                <a:ea typeface="Google Sans"/>
                <a:cs typeface="Google Sans"/>
                <a:sym typeface="Google Sans"/>
              </a:rPr>
              <a:t>Grupos de Usuario por Eventos</a:t>
            </a:r>
            <a:endParaRPr sz="1100">
              <a:solidFill>
                <a:schemeClr val="dk1"/>
              </a:solidFill>
              <a:latin typeface="Google Sans"/>
              <a:ea typeface="Google Sans"/>
              <a:cs typeface="Google Sans"/>
              <a:sym typeface="Google Sans"/>
            </a:endParaRPr>
          </a:p>
        </p:txBody>
      </p:sp>
      <p:pic>
        <p:nvPicPr>
          <p:cNvPr id="346" name="Google Shape;346;p50"/>
          <p:cNvPicPr preferRelativeResize="0"/>
          <p:nvPr/>
        </p:nvPicPr>
        <p:blipFill>
          <a:blip r:embed="rId3">
            <a:alphaModFix/>
          </a:blip>
          <a:stretch>
            <a:fillRect/>
          </a:stretch>
        </p:blipFill>
        <p:spPr>
          <a:xfrm>
            <a:off x="917800" y="883925"/>
            <a:ext cx="4973775" cy="2143050"/>
          </a:xfrm>
          <a:prstGeom prst="rect">
            <a:avLst/>
          </a:prstGeom>
          <a:noFill/>
          <a:ln>
            <a:noFill/>
          </a:ln>
        </p:spPr>
      </p:pic>
      <p:pic>
        <p:nvPicPr>
          <p:cNvPr id="347" name="Google Shape;347;p50"/>
          <p:cNvPicPr preferRelativeResize="0"/>
          <p:nvPr/>
        </p:nvPicPr>
        <p:blipFill>
          <a:blip r:embed="rId4">
            <a:alphaModFix/>
          </a:blip>
          <a:stretch>
            <a:fillRect/>
          </a:stretch>
        </p:blipFill>
        <p:spPr>
          <a:xfrm>
            <a:off x="917800" y="3528050"/>
            <a:ext cx="4724400" cy="238125"/>
          </a:xfrm>
          <a:prstGeom prst="rect">
            <a:avLst/>
          </a:prstGeom>
          <a:noFill/>
          <a:ln>
            <a:noFill/>
          </a:ln>
        </p:spPr>
      </p:pic>
      <p:pic>
        <p:nvPicPr>
          <p:cNvPr id="348" name="Google Shape;348;p50"/>
          <p:cNvPicPr preferRelativeResize="0"/>
          <p:nvPr/>
        </p:nvPicPr>
        <p:blipFill>
          <a:blip r:embed="rId5">
            <a:alphaModFix/>
          </a:blip>
          <a:stretch>
            <a:fillRect/>
          </a:stretch>
        </p:blipFill>
        <p:spPr>
          <a:xfrm>
            <a:off x="917800" y="3191625"/>
            <a:ext cx="4724400" cy="224462"/>
          </a:xfrm>
          <a:prstGeom prst="rect">
            <a:avLst/>
          </a:prstGeom>
          <a:noFill/>
          <a:ln>
            <a:noFill/>
          </a:ln>
        </p:spPr>
      </p:pic>
      <p:pic>
        <p:nvPicPr>
          <p:cNvPr id="349" name="Google Shape;349;p50"/>
          <p:cNvPicPr preferRelativeResize="0"/>
          <p:nvPr/>
        </p:nvPicPr>
        <p:blipFill>
          <a:blip r:embed="rId6">
            <a:alphaModFix/>
          </a:blip>
          <a:stretch>
            <a:fillRect/>
          </a:stretch>
        </p:blipFill>
        <p:spPr>
          <a:xfrm>
            <a:off x="917800" y="3878150"/>
            <a:ext cx="3805478" cy="1072525"/>
          </a:xfrm>
          <a:prstGeom prst="rect">
            <a:avLst/>
          </a:prstGeom>
          <a:noFill/>
          <a:ln>
            <a:noFill/>
          </a:ln>
        </p:spPr>
      </p:pic>
      <p:pic>
        <p:nvPicPr>
          <p:cNvPr id="350" name="Google Shape;350;p50"/>
          <p:cNvPicPr preferRelativeResize="0"/>
          <p:nvPr/>
        </p:nvPicPr>
        <p:blipFill>
          <a:blip r:embed="rId7">
            <a:alphaModFix/>
          </a:blip>
          <a:stretch>
            <a:fillRect/>
          </a:stretch>
        </p:blipFill>
        <p:spPr>
          <a:xfrm>
            <a:off x="6086500" y="883925"/>
            <a:ext cx="2202650" cy="383070"/>
          </a:xfrm>
          <a:prstGeom prst="rect">
            <a:avLst/>
          </a:prstGeom>
          <a:noFill/>
          <a:ln>
            <a:noFill/>
          </a:ln>
        </p:spPr>
      </p:pic>
      <p:pic>
        <p:nvPicPr>
          <p:cNvPr id="351" name="Google Shape;351;p50"/>
          <p:cNvPicPr preferRelativeResize="0"/>
          <p:nvPr/>
        </p:nvPicPr>
        <p:blipFill rotWithShape="1">
          <a:blip r:embed="rId8">
            <a:alphaModFix/>
          </a:blip>
          <a:srcRect b="34542" l="0" r="26579" t="0"/>
          <a:stretch/>
        </p:blipFill>
        <p:spPr>
          <a:xfrm>
            <a:off x="6019125" y="3191625"/>
            <a:ext cx="2075100" cy="5162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51"/>
          <p:cNvSpPr txBox="1"/>
          <p:nvPr/>
        </p:nvSpPr>
        <p:spPr>
          <a:xfrm>
            <a:off x="856475" y="317500"/>
            <a:ext cx="80031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400"/>
              </a:spcAft>
              <a:buNone/>
            </a:pPr>
            <a:r>
              <a:rPr b="1" lang="es" sz="1700">
                <a:solidFill>
                  <a:schemeClr val="dk1"/>
                </a:solidFill>
                <a:latin typeface="Google Sans"/>
                <a:ea typeface="Google Sans"/>
                <a:cs typeface="Google Sans"/>
                <a:sym typeface="Google Sans"/>
              </a:rPr>
              <a:t>Grupos de Usuario por Eventos</a:t>
            </a:r>
            <a:endParaRPr sz="1100">
              <a:solidFill>
                <a:schemeClr val="dk1"/>
              </a:solidFill>
              <a:latin typeface="Google Sans"/>
              <a:ea typeface="Google Sans"/>
              <a:cs typeface="Google Sans"/>
              <a:sym typeface="Google Sans"/>
            </a:endParaRPr>
          </a:p>
        </p:txBody>
      </p:sp>
      <p:pic>
        <p:nvPicPr>
          <p:cNvPr id="357" name="Google Shape;357;p51"/>
          <p:cNvPicPr preferRelativeResize="0"/>
          <p:nvPr/>
        </p:nvPicPr>
        <p:blipFill>
          <a:blip r:embed="rId3">
            <a:alphaModFix/>
          </a:blip>
          <a:stretch>
            <a:fillRect/>
          </a:stretch>
        </p:blipFill>
        <p:spPr>
          <a:xfrm>
            <a:off x="1733825" y="1581150"/>
            <a:ext cx="6248400" cy="19812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52"/>
          <p:cNvSpPr txBox="1"/>
          <p:nvPr/>
        </p:nvSpPr>
        <p:spPr>
          <a:xfrm>
            <a:off x="856475" y="317500"/>
            <a:ext cx="80031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400"/>
              </a:spcAft>
              <a:buNone/>
            </a:pPr>
            <a:r>
              <a:rPr b="1" lang="es" sz="1700">
                <a:solidFill>
                  <a:schemeClr val="dk1"/>
                </a:solidFill>
                <a:latin typeface="Google Sans"/>
                <a:ea typeface="Google Sans"/>
                <a:cs typeface="Google Sans"/>
                <a:sym typeface="Google Sans"/>
              </a:rPr>
              <a:t>Grupos de Usuario por Eventos</a:t>
            </a:r>
            <a:endParaRPr sz="1100">
              <a:solidFill>
                <a:schemeClr val="dk1"/>
              </a:solidFill>
              <a:latin typeface="Google Sans"/>
              <a:ea typeface="Google Sans"/>
              <a:cs typeface="Google Sans"/>
              <a:sym typeface="Google Sans"/>
            </a:endParaRPr>
          </a:p>
        </p:txBody>
      </p:sp>
      <p:pic>
        <p:nvPicPr>
          <p:cNvPr id="363" name="Google Shape;363;p52"/>
          <p:cNvPicPr preferRelativeResize="0"/>
          <p:nvPr/>
        </p:nvPicPr>
        <p:blipFill>
          <a:blip r:embed="rId3">
            <a:alphaModFix/>
          </a:blip>
          <a:stretch>
            <a:fillRect/>
          </a:stretch>
        </p:blipFill>
        <p:spPr>
          <a:xfrm>
            <a:off x="1222675" y="985850"/>
            <a:ext cx="1466850" cy="3184875"/>
          </a:xfrm>
          <a:prstGeom prst="rect">
            <a:avLst/>
          </a:prstGeom>
          <a:noFill/>
          <a:ln>
            <a:noFill/>
          </a:ln>
        </p:spPr>
      </p:pic>
      <p:pic>
        <p:nvPicPr>
          <p:cNvPr id="364" name="Google Shape;364;p52"/>
          <p:cNvPicPr preferRelativeResize="0"/>
          <p:nvPr/>
        </p:nvPicPr>
        <p:blipFill>
          <a:blip r:embed="rId4">
            <a:alphaModFix/>
          </a:blip>
          <a:stretch>
            <a:fillRect/>
          </a:stretch>
        </p:blipFill>
        <p:spPr>
          <a:xfrm>
            <a:off x="3226425" y="985850"/>
            <a:ext cx="1466850" cy="3184873"/>
          </a:xfrm>
          <a:prstGeom prst="rect">
            <a:avLst/>
          </a:prstGeom>
          <a:noFill/>
          <a:ln>
            <a:noFill/>
          </a:ln>
        </p:spPr>
      </p:pic>
      <p:pic>
        <p:nvPicPr>
          <p:cNvPr id="365" name="Google Shape;365;p52"/>
          <p:cNvPicPr preferRelativeResize="0"/>
          <p:nvPr/>
        </p:nvPicPr>
        <p:blipFill>
          <a:blip r:embed="rId5">
            <a:alphaModFix/>
          </a:blip>
          <a:stretch>
            <a:fillRect/>
          </a:stretch>
        </p:blipFill>
        <p:spPr>
          <a:xfrm>
            <a:off x="5230175" y="985850"/>
            <a:ext cx="1390650" cy="3184875"/>
          </a:xfrm>
          <a:prstGeom prst="rect">
            <a:avLst/>
          </a:prstGeom>
          <a:noFill/>
          <a:ln>
            <a:noFill/>
          </a:ln>
        </p:spPr>
      </p:pic>
      <p:pic>
        <p:nvPicPr>
          <p:cNvPr id="366" name="Google Shape;366;p52"/>
          <p:cNvPicPr preferRelativeResize="0"/>
          <p:nvPr/>
        </p:nvPicPr>
        <p:blipFill>
          <a:blip r:embed="rId6">
            <a:alphaModFix/>
          </a:blip>
          <a:stretch>
            <a:fillRect/>
          </a:stretch>
        </p:blipFill>
        <p:spPr>
          <a:xfrm>
            <a:off x="7157725" y="985850"/>
            <a:ext cx="1381125" cy="31848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53"/>
          <p:cNvSpPr txBox="1"/>
          <p:nvPr/>
        </p:nvSpPr>
        <p:spPr>
          <a:xfrm>
            <a:off x="856475" y="317500"/>
            <a:ext cx="80031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400"/>
              </a:spcAft>
              <a:buNone/>
            </a:pPr>
            <a:r>
              <a:rPr b="1" lang="es" sz="1700">
                <a:solidFill>
                  <a:schemeClr val="dk1"/>
                </a:solidFill>
                <a:latin typeface="Google Sans"/>
                <a:ea typeface="Google Sans"/>
                <a:cs typeface="Google Sans"/>
                <a:sym typeface="Google Sans"/>
              </a:rPr>
              <a:t>Ruteo Nativo</a:t>
            </a:r>
            <a:endParaRPr b="1" sz="1700">
              <a:solidFill>
                <a:schemeClr val="dk1"/>
              </a:solidFill>
              <a:latin typeface="Google Sans"/>
              <a:ea typeface="Google Sans"/>
              <a:cs typeface="Google Sans"/>
              <a:sym typeface="Google Sans"/>
            </a:endParaRPr>
          </a:p>
        </p:txBody>
      </p:sp>
      <p:pic>
        <p:nvPicPr>
          <p:cNvPr id="372" name="Google Shape;372;p53"/>
          <p:cNvPicPr preferRelativeResize="0"/>
          <p:nvPr/>
        </p:nvPicPr>
        <p:blipFill>
          <a:blip r:embed="rId3">
            <a:alphaModFix/>
          </a:blip>
          <a:stretch>
            <a:fillRect/>
          </a:stretch>
        </p:blipFill>
        <p:spPr>
          <a:xfrm>
            <a:off x="0" y="876318"/>
            <a:ext cx="1971800" cy="4268183"/>
          </a:xfrm>
          <a:prstGeom prst="rect">
            <a:avLst/>
          </a:prstGeom>
          <a:noFill/>
          <a:ln>
            <a:noFill/>
          </a:ln>
        </p:spPr>
      </p:pic>
      <p:pic>
        <p:nvPicPr>
          <p:cNvPr id="373" name="Google Shape;373;p53"/>
          <p:cNvPicPr preferRelativeResize="0"/>
          <p:nvPr/>
        </p:nvPicPr>
        <p:blipFill>
          <a:blip r:embed="rId4">
            <a:alphaModFix/>
          </a:blip>
          <a:stretch>
            <a:fillRect/>
          </a:stretch>
        </p:blipFill>
        <p:spPr>
          <a:xfrm>
            <a:off x="7172200" y="877274"/>
            <a:ext cx="1971804" cy="4266275"/>
          </a:xfrm>
          <a:prstGeom prst="rect">
            <a:avLst/>
          </a:prstGeom>
          <a:noFill/>
          <a:ln>
            <a:noFill/>
          </a:ln>
        </p:spPr>
      </p:pic>
      <p:pic>
        <p:nvPicPr>
          <p:cNvPr id="374" name="Google Shape;374;p53"/>
          <p:cNvPicPr preferRelativeResize="0"/>
          <p:nvPr/>
        </p:nvPicPr>
        <p:blipFill>
          <a:blip r:embed="rId5">
            <a:alphaModFix/>
          </a:blip>
          <a:stretch>
            <a:fillRect/>
          </a:stretch>
        </p:blipFill>
        <p:spPr>
          <a:xfrm>
            <a:off x="1971800" y="1712717"/>
            <a:ext cx="5200400" cy="2933758"/>
          </a:xfrm>
          <a:prstGeom prst="rect">
            <a:avLst/>
          </a:prstGeom>
          <a:noFill/>
          <a:ln>
            <a:noFill/>
          </a:ln>
        </p:spPr>
      </p:pic>
      <p:pic>
        <p:nvPicPr>
          <p:cNvPr id="375" name="Google Shape;375;p53"/>
          <p:cNvPicPr preferRelativeResize="0"/>
          <p:nvPr/>
        </p:nvPicPr>
        <p:blipFill>
          <a:blip r:embed="rId6">
            <a:alphaModFix/>
          </a:blip>
          <a:stretch>
            <a:fillRect/>
          </a:stretch>
        </p:blipFill>
        <p:spPr>
          <a:xfrm>
            <a:off x="1971800" y="1001888"/>
            <a:ext cx="5200400" cy="710837"/>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54"/>
          <p:cNvSpPr txBox="1"/>
          <p:nvPr/>
        </p:nvSpPr>
        <p:spPr>
          <a:xfrm>
            <a:off x="856475" y="317500"/>
            <a:ext cx="80031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400"/>
              </a:spcAft>
              <a:buNone/>
            </a:pPr>
            <a:r>
              <a:rPr b="1" lang="es" sz="1700">
                <a:solidFill>
                  <a:schemeClr val="dk1"/>
                </a:solidFill>
                <a:latin typeface="Google Sans"/>
                <a:ea typeface="Google Sans"/>
                <a:cs typeface="Google Sans"/>
                <a:sym typeface="Google Sans"/>
              </a:rPr>
              <a:t>FrontEnd</a:t>
            </a:r>
            <a:endParaRPr b="1" sz="1700">
              <a:solidFill>
                <a:schemeClr val="dk1"/>
              </a:solidFill>
              <a:latin typeface="Google Sans"/>
              <a:ea typeface="Google Sans"/>
              <a:cs typeface="Google Sans"/>
              <a:sym typeface="Google Sans"/>
            </a:endParaRPr>
          </a:p>
        </p:txBody>
      </p:sp>
      <p:pic>
        <p:nvPicPr>
          <p:cNvPr id="381" name="Google Shape;381;p54"/>
          <p:cNvPicPr preferRelativeResize="0"/>
          <p:nvPr/>
        </p:nvPicPr>
        <p:blipFill>
          <a:blip r:embed="rId3">
            <a:alphaModFix/>
          </a:blip>
          <a:stretch>
            <a:fillRect/>
          </a:stretch>
        </p:blipFill>
        <p:spPr>
          <a:xfrm>
            <a:off x="856475" y="1081625"/>
            <a:ext cx="7651499" cy="3384025"/>
          </a:xfrm>
          <a:prstGeom prst="rect">
            <a:avLst/>
          </a:prstGeom>
          <a:noFill/>
          <a:ln>
            <a:noFill/>
          </a:ln>
        </p:spPr>
      </p:pic>
      <p:pic>
        <p:nvPicPr>
          <p:cNvPr id="382" name="Google Shape;382;p54"/>
          <p:cNvPicPr preferRelativeResize="0"/>
          <p:nvPr/>
        </p:nvPicPr>
        <p:blipFill>
          <a:blip r:embed="rId4">
            <a:alphaModFix/>
          </a:blip>
          <a:stretch>
            <a:fillRect/>
          </a:stretch>
        </p:blipFill>
        <p:spPr>
          <a:xfrm>
            <a:off x="5322825" y="0"/>
            <a:ext cx="2601775" cy="10740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55"/>
          <p:cNvSpPr txBox="1"/>
          <p:nvPr/>
        </p:nvSpPr>
        <p:spPr>
          <a:xfrm>
            <a:off x="856475" y="317500"/>
            <a:ext cx="80031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400"/>
              </a:spcAft>
              <a:buNone/>
            </a:pPr>
            <a:r>
              <a:rPr b="1" lang="es" sz="1700">
                <a:solidFill>
                  <a:schemeClr val="dk1"/>
                </a:solidFill>
                <a:latin typeface="Google Sans"/>
                <a:ea typeface="Google Sans"/>
                <a:cs typeface="Google Sans"/>
                <a:sym typeface="Google Sans"/>
              </a:rPr>
              <a:t>FrontEnd</a:t>
            </a:r>
            <a:endParaRPr b="1" sz="1700">
              <a:solidFill>
                <a:schemeClr val="dk1"/>
              </a:solidFill>
              <a:latin typeface="Google Sans"/>
              <a:ea typeface="Google Sans"/>
              <a:cs typeface="Google Sans"/>
              <a:sym typeface="Google Sans"/>
            </a:endParaRPr>
          </a:p>
        </p:txBody>
      </p:sp>
      <p:pic>
        <p:nvPicPr>
          <p:cNvPr id="388" name="Google Shape;388;p55"/>
          <p:cNvPicPr preferRelativeResize="0"/>
          <p:nvPr/>
        </p:nvPicPr>
        <p:blipFill>
          <a:blip r:embed="rId3">
            <a:alphaModFix/>
          </a:blip>
          <a:stretch>
            <a:fillRect/>
          </a:stretch>
        </p:blipFill>
        <p:spPr>
          <a:xfrm>
            <a:off x="856475" y="763888"/>
            <a:ext cx="4724400" cy="2152650"/>
          </a:xfrm>
          <a:prstGeom prst="rect">
            <a:avLst/>
          </a:prstGeom>
          <a:noFill/>
          <a:ln>
            <a:noFill/>
          </a:ln>
        </p:spPr>
      </p:pic>
      <p:pic>
        <p:nvPicPr>
          <p:cNvPr id="389" name="Google Shape;389;p55"/>
          <p:cNvPicPr preferRelativeResize="0"/>
          <p:nvPr/>
        </p:nvPicPr>
        <p:blipFill>
          <a:blip r:embed="rId4">
            <a:alphaModFix/>
          </a:blip>
          <a:stretch>
            <a:fillRect/>
          </a:stretch>
        </p:blipFill>
        <p:spPr>
          <a:xfrm>
            <a:off x="5880325" y="317500"/>
            <a:ext cx="2223076" cy="4819676"/>
          </a:xfrm>
          <a:prstGeom prst="rect">
            <a:avLst/>
          </a:prstGeom>
          <a:noFill/>
          <a:ln>
            <a:noFill/>
          </a:ln>
        </p:spPr>
      </p:pic>
      <p:pic>
        <p:nvPicPr>
          <p:cNvPr id="390" name="Google Shape;390;p55"/>
          <p:cNvPicPr preferRelativeResize="0"/>
          <p:nvPr/>
        </p:nvPicPr>
        <p:blipFill>
          <a:blip r:embed="rId5">
            <a:alphaModFix/>
          </a:blip>
          <a:stretch>
            <a:fillRect/>
          </a:stretch>
        </p:blipFill>
        <p:spPr>
          <a:xfrm>
            <a:off x="856475" y="2676975"/>
            <a:ext cx="1851754" cy="2484300"/>
          </a:xfrm>
          <a:prstGeom prst="rect">
            <a:avLst/>
          </a:prstGeom>
          <a:noFill/>
          <a:ln>
            <a:noFill/>
          </a:ln>
        </p:spPr>
      </p:pic>
      <p:pic>
        <p:nvPicPr>
          <p:cNvPr id="391" name="Google Shape;391;p55"/>
          <p:cNvPicPr preferRelativeResize="0"/>
          <p:nvPr/>
        </p:nvPicPr>
        <p:blipFill>
          <a:blip r:embed="rId6">
            <a:alphaModFix/>
          </a:blip>
          <a:stretch>
            <a:fillRect/>
          </a:stretch>
        </p:blipFill>
        <p:spPr>
          <a:xfrm>
            <a:off x="2651375" y="2676979"/>
            <a:ext cx="3007825" cy="24843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56"/>
          <p:cNvSpPr txBox="1"/>
          <p:nvPr/>
        </p:nvSpPr>
        <p:spPr>
          <a:xfrm>
            <a:off x="856475" y="317500"/>
            <a:ext cx="80031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400"/>
              </a:spcAft>
              <a:buNone/>
            </a:pPr>
            <a:r>
              <a:rPr b="1" lang="es" sz="1700">
                <a:solidFill>
                  <a:schemeClr val="dk1"/>
                </a:solidFill>
                <a:latin typeface="Google Sans"/>
                <a:ea typeface="Google Sans"/>
                <a:cs typeface="Google Sans"/>
                <a:sym typeface="Google Sans"/>
              </a:rPr>
              <a:t>Conclusiones y Lecciones Aprendidas</a:t>
            </a:r>
            <a:endParaRPr b="1" sz="1700">
              <a:solidFill>
                <a:schemeClr val="dk1"/>
              </a:solidFill>
              <a:latin typeface="Google Sans"/>
              <a:ea typeface="Google Sans"/>
              <a:cs typeface="Google Sans"/>
              <a:sym typeface="Google Sans"/>
            </a:endParaRPr>
          </a:p>
        </p:txBody>
      </p:sp>
      <p:sp>
        <p:nvSpPr>
          <p:cNvPr id="397" name="Google Shape;397;p56"/>
          <p:cNvSpPr txBox="1"/>
          <p:nvPr/>
        </p:nvSpPr>
        <p:spPr>
          <a:xfrm>
            <a:off x="1472050" y="1177625"/>
            <a:ext cx="3597900" cy="31347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b="1" lang="es" sz="1100">
                <a:solidFill>
                  <a:schemeClr val="dk1"/>
                </a:solidFill>
              </a:rPr>
              <a:t>Producto Funcional y Validado:</a:t>
            </a:r>
            <a:r>
              <a:rPr lang="es" sz="1100">
                <a:solidFill>
                  <a:schemeClr val="dk1"/>
                </a:solidFill>
              </a:rPr>
              <a:t> Se logró un producto operativo centrado en la comuna de Providencia, cumpliendo el flujo completo: desde la obtención de información hasta el ruteo nativo.</a:t>
            </a:r>
            <a:endParaRPr sz="1100">
              <a:solidFill>
                <a:schemeClr val="dk1"/>
              </a:solidFill>
            </a:endParaRPr>
          </a:p>
          <a:p>
            <a:pPr indent="0" lvl="0" marL="0" rtl="0" algn="just">
              <a:spcBef>
                <a:spcPts val="0"/>
              </a:spcBef>
              <a:spcAft>
                <a:spcPts val="0"/>
              </a:spcAft>
              <a:buClr>
                <a:schemeClr val="dk1"/>
              </a:buClr>
              <a:buSzPts val="1100"/>
              <a:buFont typeface="Arial"/>
              <a:buNone/>
            </a:pPr>
            <a:r>
              <a:rPr b="1" lang="es" sz="1100">
                <a:solidFill>
                  <a:schemeClr val="dk1"/>
                </a:solidFill>
              </a:rPr>
              <a:t>Arquitectura Cloud Resiliente:</a:t>
            </a:r>
            <a:r>
              <a:rPr lang="es" sz="1100">
                <a:solidFill>
                  <a:schemeClr val="dk1"/>
                </a:solidFill>
              </a:rPr>
              <a:t> La implementación de Docker en AWS garantizó la paridad Local-Cloud y simplificó los despliegues (CI/CD).</a:t>
            </a:r>
            <a:endParaRPr sz="1100">
              <a:solidFill>
                <a:schemeClr val="dk1"/>
              </a:solidFill>
            </a:endParaRPr>
          </a:p>
          <a:p>
            <a:pPr indent="0" lvl="0" marL="0" rtl="0" algn="just">
              <a:spcBef>
                <a:spcPts val="0"/>
              </a:spcBef>
              <a:spcAft>
                <a:spcPts val="0"/>
              </a:spcAft>
              <a:buNone/>
            </a:pPr>
            <a:r>
              <a:rPr b="1" lang="es" sz="1100">
                <a:solidFill>
                  <a:schemeClr val="dk1"/>
                </a:solidFill>
              </a:rPr>
              <a:t>Seguridad por Diseño (Isolation):</a:t>
            </a:r>
            <a:r>
              <a:rPr lang="es" sz="1100">
                <a:solidFill>
                  <a:schemeClr val="dk1"/>
                </a:solidFill>
              </a:rPr>
              <a:t> El aislamiento de Vambot (IA) protegió la integridad de la base de datos transaccional frente a la carga de procesamiento vectorial.</a:t>
            </a:r>
            <a:endParaRPr sz="2100">
              <a:solidFill>
                <a:schemeClr val="dk1"/>
              </a:solidFill>
            </a:endParaRPr>
          </a:p>
        </p:txBody>
      </p:sp>
      <p:sp>
        <p:nvSpPr>
          <p:cNvPr id="398" name="Google Shape;398;p56"/>
          <p:cNvSpPr txBox="1"/>
          <p:nvPr/>
        </p:nvSpPr>
        <p:spPr>
          <a:xfrm>
            <a:off x="5339200" y="1177625"/>
            <a:ext cx="3597900" cy="31347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es" sz="1100">
                <a:solidFill>
                  <a:schemeClr val="dk1"/>
                </a:solidFill>
              </a:rPr>
              <a:t>El Valor de la Simplicidad Arquitectónica:</a:t>
            </a:r>
            <a:r>
              <a:rPr lang="es" sz="1100">
                <a:solidFill>
                  <a:schemeClr val="dk1"/>
                </a:solidFill>
              </a:rPr>
              <a:t> Descartamos la arquitectura Serverless (AWS Lambda) al concluir que era una complejidad innecesaria.</a:t>
            </a:r>
            <a:endParaRPr sz="1100">
              <a:solidFill>
                <a:schemeClr val="dk1"/>
              </a:solidFill>
            </a:endParaRPr>
          </a:p>
          <a:p>
            <a:pPr indent="0" lvl="0" marL="0" rtl="0" algn="just">
              <a:spcBef>
                <a:spcPts val="0"/>
              </a:spcBef>
              <a:spcAft>
                <a:spcPts val="0"/>
              </a:spcAft>
              <a:buNone/>
            </a:pPr>
            <a:r>
              <a:rPr lang="es" sz="1100">
                <a:solidFill>
                  <a:schemeClr val="dk1"/>
                </a:solidFill>
              </a:rPr>
              <a:t>Centralizar los procesos mediante </a:t>
            </a:r>
            <a:r>
              <a:rPr i="1" lang="es" sz="1100">
                <a:solidFill>
                  <a:schemeClr val="dk1"/>
                </a:solidFill>
              </a:rPr>
              <a:t>Cron Jobs</a:t>
            </a:r>
            <a:r>
              <a:rPr lang="es" sz="1100">
                <a:solidFill>
                  <a:schemeClr val="dk1"/>
                </a:solidFill>
              </a:rPr>
              <a:t> en nuestra instancia EC2 demostró ser una solución mucho más limpia, eficiente y controlada.</a:t>
            </a:r>
            <a:endParaRPr sz="1100">
              <a:solidFill>
                <a:schemeClr val="dk1"/>
              </a:solidFill>
            </a:endParaRPr>
          </a:p>
          <a:p>
            <a:pPr indent="0" lvl="0" marL="0" rtl="0" algn="just">
              <a:spcBef>
                <a:spcPts val="0"/>
              </a:spcBef>
              <a:spcAft>
                <a:spcPts val="0"/>
              </a:spcAft>
              <a:buNone/>
            </a:pPr>
            <a:r>
              <a:rPr b="1" lang="es" sz="1100">
                <a:solidFill>
                  <a:schemeClr val="dk1"/>
                </a:solidFill>
              </a:rPr>
              <a:t>Mitigación de Riesgos ante Dependencias Externas:</a:t>
            </a:r>
            <a:r>
              <a:rPr lang="es" sz="1100">
                <a:solidFill>
                  <a:schemeClr val="dk1"/>
                </a:solidFill>
              </a:rPr>
              <a:t> </a:t>
            </a:r>
            <a:endParaRPr sz="1100">
              <a:solidFill>
                <a:schemeClr val="dk1"/>
              </a:solidFill>
            </a:endParaRPr>
          </a:p>
          <a:p>
            <a:pPr indent="0" lvl="0" marL="0" rtl="0" algn="just">
              <a:spcBef>
                <a:spcPts val="0"/>
              </a:spcBef>
              <a:spcAft>
                <a:spcPts val="0"/>
              </a:spcAft>
              <a:buNone/>
            </a:pPr>
            <a:r>
              <a:rPr lang="es" sz="1100">
                <a:solidFill>
                  <a:schemeClr val="dk1"/>
                </a:solidFill>
              </a:rPr>
              <a:t>Enfrentamos incompatibilidades insalvables entre el nivel gratuito de </a:t>
            </a:r>
            <a:r>
              <a:rPr i="1" lang="es" sz="1100">
                <a:solidFill>
                  <a:schemeClr val="dk1"/>
                </a:solidFill>
              </a:rPr>
              <a:t>Branch.io</a:t>
            </a:r>
            <a:r>
              <a:rPr lang="es" sz="1100">
                <a:solidFill>
                  <a:schemeClr val="dk1"/>
                </a:solidFill>
              </a:rPr>
              <a:t> y nuestro entorno </a:t>
            </a:r>
            <a:r>
              <a:rPr i="1" lang="es" sz="1100">
                <a:solidFill>
                  <a:schemeClr val="dk1"/>
                </a:solidFill>
              </a:rPr>
              <a:t>Expo</a:t>
            </a:r>
            <a:r>
              <a:rPr lang="es" sz="1100">
                <a:solidFill>
                  <a:schemeClr val="dk1"/>
                </a:solidFill>
              </a:rPr>
              <a:t>. Esto nos enseñó la importancia de la adaptabilidad técnica: en lugar de forzar una herramienta externa limitante, pivotamos ágilmente para desarrollar un sistema lógico propio de invitaciones. La misma capacidad de adaptación aplicamos para mitigar la omisión de la "edad" por parte de la API de Google OAuth.</a:t>
            </a:r>
            <a:endParaRPr sz="1100">
              <a:solidFill>
                <a:schemeClr val="dk1"/>
              </a:solidFill>
            </a:endParaRPr>
          </a:p>
          <a:p>
            <a:pPr indent="0" lvl="0" marL="0" rtl="0" algn="just">
              <a:spcBef>
                <a:spcPts val="0"/>
              </a:spcBef>
              <a:spcAft>
                <a:spcPts val="0"/>
              </a:spcAft>
              <a:buClr>
                <a:schemeClr val="dk1"/>
              </a:buClr>
              <a:buSzPts val="1100"/>
              <a:buFont typeface="Arial"/>
              <a:buNone/>
            </a:pPr>
            <a:r>
              <a:t/>
            </a:r>
            <a:endParaRPr b="1" sz="1100">
              <a:solidFill>
                <a:schemeClr val="dk1"/>
              </a:solidFill>
            </a:endParaRPr>
          </a:p>
          <a:p>
            <a:pPr indent="0" lvl="0" marL="0" rtl="0" algn="just">
              <a:spcBef>
                <a:spcPts val="0"/>
              </a:spcBef>
              <a:spcAft>
                <a:spcPts val="0"/>
              </a:spcAft>
              <a:buNone/>
            </a:pPr>
            <a:r>
              <a:t/>
            </a:r>
            <a:endParaRPr b="1" sz="1100">
              <a:solidFill>
                <a:schemeClr val="dk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pic>
        <p:nvPicPr>
          <p:cNvPr id="403" name="Google Shape;403;p57"/>
          <p:cNvPicPr preferRelativeResize="0"/>
          <p:nvPr/>
        </p:nvPicPr>
        <p:blipFill>
          <a:blip r:embed="rId3">
            <a:alphaModFix amt="0"/>
          </a:blip>
          <a:stretch>
            <a:fillRect/>
          </a:stretch>
        </p:blipFill>
        <p:spPr>
          <a:xfrm>
            <a:off x="4629075" y="1328350"/>
            <a:ext cx="3924300" cy="3924300"/>
          </a:xfrm>
          <a:prstGeom prst="rect">
            <a:avLst/>
          </a:prstGeom>
          <a:noFill/>
          <a:ln>
            <a:noFill/>
          </a:ln>
        </p:spPr>
      </p:pic>
      <p:pic>
        <p:nvPicPr>
          <p:cNvPr id="404" name="Google Shape;404;p57"/>
          <p:cNvPicPr preferRelativeResize="0"/>
          <p:nvPr/>
        </p:nvPicPr>
        <p:blipFill>
          <a:blip r:embed="rId4">
            <a:alphaModFix amt="0"/>
          </a:blip>
          <a:stretch>
            <a:fillRect/>
          </a:stretch>
        </p:blipFill>
        <p:spPr>
          <a:xfrm>
            <a:off x="281849" y="900675"/>
            <a:ext cx="4399726" cy="4351973"/>
          </a:xfrm>
          <a:prstGeom prst="rect">
            <a:avLst/>
          </a:prstGeom>
          <a:noFill/>
          <a:ln>
            <a:noFill/>
          </a:ln>
        </p:spPr>
      </p:pic>
      <p:sp>
        <p:nvSpPr>
          <p:cNvPr id="405" name="Google Shape;405;p57"/>
          <p:cNvSpPr txBox="1"/>
          <p:nvPr/>
        </p:nvSpPr>
        <p:spPr>
          <a:xfrm>
            <a:off x="2609850" y="2082900"/>
            <a:ext cx="3924300" cy="97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5600">
                <a:solidFill>
                  <a:schemeClr val="dk2"/>
                </a:solidFill>
                <a:latin typeface="Google Sans"/>
                <a:ea typeface="Google Sans"/>
                <a:cs typeface="Google Sans"/>
                <a:sym typeface="Google Sans"/>
              </a:rPr>
              <a:t>GRACIAS!!!!</a:t>
            </a:r>
            <a:endParaRPr sz="5600">
              <a:solidFill>
                <a:schemeClr val="dk2"/>
              </a:solidFill>
              <a:latin typeface="Google Sans"/>
              <a:ea typeface="Google Sans"/>
              <a:cs typeface="Google Sans"/>
              <a:sym typeface="Google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1">
                                  <p:stCondLst>
                                    <p:cond delay="0"/>
                                  </p:stCondLst>
                                  <p:childTnLst>
                                    <p:set>
                                      <p:cBhvr>
                                        <p:cTn dur="1" fill="hold">
                                          <p:stCondLst>
                                            <p:cond delay="0"/>
                                          </p:stCondLst>
                                        </p:cTn>
                                        <p:tgtEl>
                                          <p:spTgt spid="405"/>
                                        </p:tgtEl>
                                        <p:attrNameLst>
                                          <p:attrName>style.visibility</p:attrName>
                                        </p:attrNameLst>
                                      </p:cBhvr>
                                      <p:to>
                                        <p:strVal val="visible"/>
                                      </p:to>
                                    </p:set>
                                    <p:anim calcmode="lin" valueType="num">
                                      <p:cBhvr additive="base">
                                        <p:cTn dur="1000"/>
                                        <p:tgtEl>
                                          <p:spTgt spid="40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403"/>
                                        </p:tgtEl>
                                        <p:attrNameLst>
                                          <p:attrName>style.visibility</p:attrName>
                                        </p:attrNameLst>
                                      </p:cBhvr>
                                      <p:to>
                                        <p:strVal val="visible"/>
                                      </p:to>
                                    </p:set>
                                    <p:anim calcmode="lin" valueType="num">
                                      <p:cBhvr additive="base">
                                        <p:cTn dur="1000"/>
                                        <p:tgtEl>
                                          <p:spTgt spid="40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04"/>
                                        </p:tgtEl>
                                        <p:attrNameLst>
                                          <p:attrName>style.visibility</p:attrName>
                                        </p:attrNameLst>
                                      </p:cBhvr>
                                      <p:to>
                                        <p:strVal val="visible"/>
                                      </p:to>
                                    </p:set>
                                    <p:anim calcmode="lin" valueType="num">
                                      <p:cBhvr additive="base">
                                        <p:cTn dur="1000"/>
                                        <p:tgtEl>
                                          <p:spTgt spid="404"/>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40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40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