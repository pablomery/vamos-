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Play"/>
      <p:regular r:id="rId31"/>
      <p:bold r:id="rId32"/>
    </p:embeddedFont>
    <p:embeddedFont>
      <p:font typeface="Google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GoogleSans-regular.fntdata"/><Relationship Id="rId10" Type="http://schemas.openxmlformats.org/officeDocument/2006/relationships/slide" Target="slides/slide4.xml"/><Relationship Id="rId32" Type="http://schemas.openxmlformats.org/officeDocument/2006/relationships/font" Target="fonts/Play-bold.fntdata"/><Relationship Id="rId13" Type="http://schemas.openxmlformats.org/officeDocument/2006/relationships/slide" Target="slides/slide7.xml"/><Relationship Id="rId35" Type="http://schemas.openxmlformats.org/officeDocument/2006/relationships/font" Target="fonts/GoogleSans-italic.fntdata"/><Relationship Id="rId12" Type="http://schemas.openxmlformats.org/officeDocument/2006/relationships/slide" Target="slides/slide6.xml"/><Relationship Id="rId34" Type="http://schemas.openxmlformats.org/officeDocument/2006/relationships/font" Target="fonts/Google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Google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3497619e6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d3497619e6_3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3497619e6_3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3497619e6_3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3497619e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3497619e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3497619e6_3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d3497619e6_3_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8b5cda8d8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8b5cda8d8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3497619e6_3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d3497619e6_3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48e217e4f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48e217e4f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f3e71a28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f3e71a28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e7a25c7a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e7a25c7a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f3e71a28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ef3e71a28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e7a25c7a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e7a25c7a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f3e71a28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ef3e71a28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e7a25c7a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e7a25c7a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f3e71a28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f3e71a28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f3e71a28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f3e71a28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f3e71a28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ef3e71a28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e7a25c7a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ee7a25c7a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f3e71a28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ef3e71a28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e7a25c7a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e7a25c7a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f3e71a28d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ef3e71a28d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f3e71a28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ef3e71a28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48e217e4f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e48e217e4f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ee7a25c7a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ee7a25c7a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33a1918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d33a1918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2.png"/><Relationship Id="rId4"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rincipal">
  <p:cSld name="PORTADA principal">
    <p:bg>
      <p:bgPr>
        <a:blipFill>
          <a:blip r:embed="rId2">
            <a:alphaModFix/>
          </a:blip>
          <a:stretch>
            <a:fillRect/>
          </a:stretch>
        </a:blipFill>
      </p:bgPr>
    </p:bg>
    <p:spTree>
      <p:nvGrpSpPr>
        <p:cNvPr id="56" name="Shape 56"/>
        <p:cNvGrpSpPr/>
        <p:nvPr/>
      </p:nvGrpSpPr>
      <p:grpSpPr>
        <a:xfrm>
          <a:off x="0" y="0"/>
          <a:ext cx="0" cy="0"/>
          <a:chOff x="0" y="0"/>
          <a:chExt cx="0" cy="0"/>
        </a:xfrm>
      </p:grpSpPr>
      <p:pic>
        <p:nvPicPr>
          <p:cNvPr id="57" name="Google Shape;57;p14"/>
          <p:cNvPicPr preferRelativeResize="0"/>
          <p:nvPr/>
        </p:nvPicPr>
        <p:blipFill rotWithShape="1">
          <a:blip r:embed="rId3">
            <a:alphaModFix/>
          </a:blip>
          <a:srcRect b="0" l="0" r="0" t="0"/>
          <a:stretch/>
        </p:blipFill>
        <p:spPr>
          <a:xfrm>
            <a:off x="8894290" y="1347605"/>
            <a:ext cx="53224" cy="2448290"/>
          </a:xfrm>
          <a:prstGeom prst="rect">
            <a:avLst/>
          </a:prstGeom>
          <a:noFill/>
          <a:ln>
            <a:noFill/>
          </a:ln>
        </p:spPr>
      </p:pic>
      <p:sp>
        <p:nvSpPr>
          <p:cNvPr id="58" name="Google Shape;58;p14"/>
          <p:cNvSpPr/>
          <p:nvPr/>
        </p:nvSpPr>
        <p:spPr>
          <a:xfrm>
            <a:off x="4458745" y="462516"/>
            <a:ext cx="4256015" cy="4250366"/>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 name="Google Shape;59;p14"/>
          <p:cNvSpPr/>
          <p:nvPr/>
        </p:nvSpPr>
        <p:spPr>
          <a:xfrm>
            <a:off x="4798912" y="2091485"/>
            <a:ext cx="221097" cy="221097"/>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000" u="none" cap="none" strike="noStrike">
              <a:solidFill>
                <a:schemeClr val="lt1"/>
              </a:solidFill>
              <a:latin typeface="Arial"/>
              <a:ea typeface="Arial"/>
              <a:cs typeface="Arial"/>
              <a:sym typeface="Arial"/>
            </a:endParaRPr>
          </a:p>
        </p:txBody>
      </p:sp>
      <p:cxnSp>
        <p:nvCxnSpPr>
          <p:cNvPr id="60" name="Google Shape;60;p14"/>
          <p:cNvCxnSpPr/>
          <p:nvPr/>
        </p:nvCxnSpPr>
        <p:spPr>
          <a:xfrm>
            <a:off x="5247167" y="3079865"/>
            <a:ext cx="3086100" cy="0"/>
          </a:xfrm>
          <a:prstGeom prst="straightConnector1">
            <a:avLst/>
          </a:prstGeom>
          <a:noFill/>
          <a:ln cap="flat" cmpd="sng" w="19050">
            <a:solidFill>
              <a:schemeClr val="lt1"/>
            </a:solidFill>
            <a:prstDash val="solid"/>
            <a:miter lim="800000"/>
            <a:headEnd len="sm" w="sm" type="none"/>
            <a:tailEnd len="sm" w="sm" type="none"/>
          </a:ln>
        </p:spPr>
      </p:cxnSp>
      <p:sp>
        <p:nvSpPr>
          <p:cNvPr id="61" name="Google Shape;61;p14"/>
          <p:cNvSpPr txBox="1"/>
          <p:nvPr>
            <p:ph type="title"/>
          </p:nvPr>
        </p:nvSpPr>
        <p:spPr>
          <a:xfrm>
            <a:off x="5186857" y="1951058"/>
            <a:ext cx="3283363" cy="97954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300"/>
              <a:buFont typeface="Arial"/>
              <a:buNone/>
              <a:defRPr b="1">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4"/>
          <p:cNvSpPr txBox="1"/>
          <p:nvPr>
            <p:ph idx="1" type="subTitle"/>
          </p:nvPr>
        </p:nvSpPr>
        <p:spPr>
          <a:xfrm>
            <a:off x="5202964" y="3229130"/>
            <a:ext cx="3267256" cy="460714"/>
          </a:xfrm>
          <a:prstGeom prst="rect">
            <a:avLst/>
          </a:prstGeom>
          <a:noFill/>
          <a:ln>
            <a:noFill/>
          </a:ln>
        </p:spPr>
        <p:txBody>
          <a:bodyPr anchorCtr="0" anchor="t" bIns="0" lIns="0" spcFirstLastPara="1" rIns="0" wrap="square" tIns="0">
            <a:spAutoFit/>
          </a:bodyPr>
          <a:lstStyle>
            <a:lvl1pPr lvl="0" algn="l">
              <a:lnSpc>
                <a:spcPct val="90000"/>
              </a:lnSpc>
              <a:spcBef>
                <a:spcPts val="800"/>
              </a:spcBef>
              <a:spcAft>
                <a:spcPts val="0"/>
              </a:spcAft>
              <a:buClr>
                <a:schemeClr val="lt1"/>
              </a:buClr>
              <a:buSzPts val="1800"/>
              <a:buChar char="•"/>
              <a:defRPr sz="1800">
                <a:solidFill>
                  <a:schemeClr val="lt1"/>
                </a:solidFill>
                <a:latin typeface="Arial"/>
                <a:ea typeface="Arial"/>
                <a:cs typeface="Arial"/>
                <a:sym typeface="Arial"/>
              </a:defRPr>
            </a:lvl1pPr>
            <a:lvl2pPr lvl="1" algn="l">
              <a:lnSpc>
                <a:spcPct val="90000"/>
              </a:lnSpc>
              <a:spcBef>
                <a:spcPts val="400"/>
              </a:spcBef>
              <a:spcAft>
                <a:spcPts val="0"/>
              </a:spcAft>
              <a:buClr>
                <a:schemeClr val="dk1"/>
              </a:buClr>
              <a:buSzPts val="1400"/>
              <a:buChar char="•"/>
              <a:defRPr/>
            </a:lvl2pPr>
            <a:lvl3pPr lvl="2" algn="l">
              <a:lnSpc>
                <a:spcPct val="90000"/>
              </a:lnSpc>
              <a:spcBef>
                <a:spcPts val="400"/>
              </a:spcBef>
              <a:spcAft>
                <a:spcPts val="0"/>
              </a:spcAft>
              <a:buClr>
                <a:schemeClr val="dk1"/>
              </a:buClr>
              <a:buSzPts val="1400"/>
              <a:buChar char="•"/>
              <a:defRPr/>
            </a:lvl3pPr>
            <a:lvl4pPr lvl="3" algn="l">
              <a:lnSpc>
                <a:spcPct val="90000"/>
              </a:lnSpc>
              <a:spcBef>
                <a:spcPts val="400"/>
              </a:spcBef>
              <a:spcAft>
                <a:spcPts val="0"/>
              </a:spcAft>
              <a:buClr>
                <a:schemeClr val="dk1"/>
              </a:buClr>
              <a:buSzPts val="1400"/>
              <a:buChar char="•"/>
              <a:defRPr/>
            </a:lvl4pPr>
            <a:lvl5pPr lvl="4" algn="l">
              <a:lnSpc>
                <a:spcPct val="9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0"/>
              </a:spcAft>
              <a:buClr>
                <a:schemeClr val="dk1"/>
              </a:buClr>
              <a:buSzPts val="1400"/>
              <a:buChar char="•"/>
              <a:defRPr/>
            </a:lvl9pPr>
          </a:lstStyle>
          <a:p/>
        </p:txBody>
      </p:sp>
      <p:pic>
        <p:nvPicPr>
          <p:cNvPr id="63" name="Google Shape;63;p14"/>
          <p:cNvPicPr preferRelativeResize="0"/>
          <p:nvPr/>
        </p:nvPicPr>
        <p:blipFill rotWithShape="1">
          <a:blip r:embed="rId4">
            <a:alphaModFix/>
          </a:blip>
          <a:srcRect b="0" l="0" r="0" t="0"/>
          <a:stretch/>
        </p:blipFill>
        <p:spPr>
          <a:xfrm>
            <a:off x="5376609" y="905221"/>
            <a:ext cx="2531930" cy="40673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1">
  <p:cSld name="INTERIOR 1">
    <p:spTree>
      <p:nvGrpSpPr>
        <p:cNvPr id="64" name="Shape 64"/>
        <p:cNvGrpSpPr/>
        <p:nvPr/>
      </p:nvGrpSpPr>
      <p:grpSpPr>
        <a:xfrm>
          <a:off x="0" y="0"/>
          <a:ext cx="0" cy="0"/>
          <a:chOff x="0" y="0"/>
          <a:chExt cx="0" cy="0"/>
        </a:xfrm>
      </p:grpSpPr>
      <p:sp>
        <p:nvSpPr>
          <p:cNvPr id="65" name="Google Shape;65;p15"/>
          <p:cNvSpPr txBox="1"/>
          <p:nvPr>
            <p:ph idx="1" type="body"/>
          </p:nvPr>
        </p:nvSpPr>
        <p:spPr>
          <a:xfrm>
            <a:off x="491014" y="413281"/>
            <a:ext cx="3687581" cy="352264"/>
          </a:xfrm>
          <a:prstGeom prst="rect">
            <a:avLst/>
          </a:prstGeom>
          <a:noFill/>
          <a:ln>
            <a:noFill/>
          </a:ln>
        </p:spPr>
        <p:txBody>
          <a:bodyPr anchorCtr="0" anchor="t" bIns="34275" lIns="68575" spcFirstLastPara="1" rIns="68575" wrap="square" tIns="34275">
            <a:noAutofit/>
          </a:bodyPr>
          <a:lstStyle>
            <a:lvl1pPr indent="-381000" lvl="0" marL="457200" algn="l">
              <a:lnSpc>
                <a:spcPct val="90000"/>
              </a:lnSpc>
              <a:spcBef>
                <a:spcPts val="800"/>
              </a:spcBef>
              <a:spcAft>
                <a:spcPts val="0"/>
              </a:spcAft>
              <a:buClr>
                <a:schemeClr val="dk1"/>
              </a:buClr>
              <a:buSzPts val="2400"/>
              <a:buChar char="•"/>
              <a:defRPr b="1" sz="2400">
                <a:solidFill>
                  <a:schemeClr val="dk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2" type="body"/>
          </p:nvPr>
        </p:nvSpPr>
        <p:spPr>
          <a:xfrm>
            <a:off x="480536" y="853178"/>
            <a:ext cx="3698059" cy="414755"/>
          </a:xfrm>
          <a:prstGeom prst="rect">
            <a:avLst/>
          </a:prstGeom>
          <a:noFill/>
          <a:ln>
            <a:noFill/>
          </a:ln>
        </p:spPr>
        <p:txBody>
          <a:bodyPr anchorCtr="0" anchor="t" bIns="34275" lIns="68575" spcFirstLastPara="1" rIns="68575" wrap="square" tIns="34275">
            <a:normAutofit/>
          </a:bodyPr>
          <a:lstStyle>
            <a:lvl1pPr indent="-298450" lvl="0" marL="457200" algn="l">
              <a:lnSpc>
                <a:spcPct val="90000"/>
              </a:lnSpc>
              <a:spcBef>
                <a:spcPts val="800"/>
              </a:spcBef>
              <a:spcAft>
                <a:spcPts val="0"/>
              </a:spcAft>
              <a:buClr>
                <a:schemeClr val="dk1"/>
              </a:buClr>
              <a:buSzPts val="1100"/>
              <a:buChar char="•"/>
              <a:defRPr sz="1100">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5"/>
          <p:cNvSpPr/>
          <p:nvPr/>
        </p:nvSpPr>
        <p:spPr>
          <a:xfrm>
            <a:off x="0" y="0"/>
            <a:ext cx="414670" cy="41467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68" name="Google Shape;68;p15"/>
          <p:cNvGrpSpPr/>
          <p:nvPr/>
        </p:nvGrpSpPr>
        <p:grpSpPr>
          <a:xfrm>
            <a:off x="7919293" y="4704907"/>
            <a:ext cx="1053785" cy="240736"/>
            <a:chOff x="8941676" y="5879067"/>
            <a:chExt cx="2618358" cy="598161"/>
          </a:xfrm>
        </p:grpSpPr>
        <p:sp>
          <p:nvSpPr>
            <p:cNvPr id="69" name="Google Shape;69;p15"/>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70" name="Google Shape;70;p15"/>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71" name="Google Shape;71;p15"/>
            <p:cNvGrpSpPr/>
            <p:nvPr/>
          </p:nvGrpSpPr>
          <p:grpSpPr>
            <a:xfrm>
              <a:off x="11114331" y="5879067"/>
              <a:ext cx="445703" cy="598161"/>
              <a:chOff x="18406074" y="10234089"/>
              <a:chExt cx="445703" cy="598161"/>
            </a:xfrm>
          </p:grpSpPr>
          <p:sp>
            <p:nvSpPr>
              <p:cNvPr id="72" name="Google Shape;72;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id="73" name="Google Shape;73;p15"/>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74" name="Google Shape;74;p15"/>
          <p:cNvPicPr preferRelativeResize="0"/>
          <p:nvPr/>
        </p:nvPicPr>
        <p:blipFill rotWithShape="1">
          <a:blip r:embed="rId3">
            <a:alphaModFix/>
          </a:blip>
          <a:srcRect b="0" l="0" r="0" t="0"/>
          <a:stretch/>
        </p:blipFill>
        <p:spPr>
          <a:xfrm rot="5400000">
            <a:off x="2035851" y="3256780"/>
            <a:ext cx="89556" cy="317923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1">
  <p:cSld name="PORTADA interior 1">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16"/>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7" name="Google Shape;77;p16"/>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8" name="Google Shape;78;p16"/>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16"/>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0" name="Google Shape;80;p16"/>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01</a:t>
            </a:r>
            <a:endParaRPr b="1" sz="600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2">
  <p:cSld name="PORTADA interior 2">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7"/>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3" name="Google Shape;83;p17"/>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4" name="Google Shape;84;p17"/>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7"/>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6" name="Google Shape;86;p17"/>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02</a:t>
            </a:r>
            <a:endParaRPr b="1" sz="600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2">
  <p:cSld name="INTERIOR 2">
    <p:spTree>
      <p:nvGrpSpPr>
        <p:cNvPr id="87" name="Shape 87"/>
        <p:cNvGrpSpPr/>
        <p:nvPr/>
      </p:nvGrpSpPr>
      <p:grpSpPr>
        <a:xfrm>
          <a:off x="0" y="0"/>
          <a:ext cx="0" cy="0"/>
          <a:chOff x="0" y="0"/>
          <a:chExt cx="0" cy="0"/>
        </a:xfrm>
      </p:grpSpPr>
      <p:sp>
        <p:nvSpPr>
          <p:cNvPr id="88" name="Google Shape;88;p18"/>
          <p:cNvSpPr/>
          <p:nvPr/>
        </p:nvSpPr>
        <p:spPr>
          <a:xfrm>
            <a:off x="0" y="0"/>
            <a:ext cx="3344779" cy="5143500"/>
          </a:xfrm>
          <a:prstGeom prst="rect">
            <a:avLst/>
          </a:prstGeom>
          <a:solidFill>
            <a:srgbClr val="26262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 name="Google Shape;89;p18"/>
          <p:cNvSpPr/>
          <p:nvPr/>
        </p:nvSpPr>
        <p:spPr>
          <a:xfrm>
            <a:off x="728210" y="675658"/>
            <a:ext cx="2811356" cy="379218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90" name="Google Shape;90;p18"/>
          <p:cNvPicPr preferRelativeResize="0"/>
          <p:nvPr/>
        </p:nvPicPr>
        <p:blipFill rotWithShape="1">
          <a:blip r:embed="rId2">
            <a:alphaModFix/>
          </a:blip>
          <a:srcRect b="0" l="0" r="0" t="0"/>
          <a:stretch/>
        </p:blipFill>
        <p:spPr>
          <a:xfrm flipH="1" rot="-5400000">
            <a:off x="8196851" y="2615612"/>
            <a:ext cx="1794120" cy="100179"/>
          </a:xfrm>
          <a:prstGeom prst="rect">
            <a:avLst/>
          </a:prstGeom>
          <a:noFill/>
          <a:ln>
            <a:noFill/>
          </a:ln>
        </p:spPr>
      </p:pic>
      <p:sp>
        <p:nvSpPr>
          <p:cNvPr id="91" name="Google Shape;91;p18"/>
          <p:cNvSpPr txBox="1"/>
          <p:nvPr>
            <p:ph type="title"/>
          </p:nvPr>
        </p:nvSpPr>
        <p:spPr>
          <a:xfrm>
            <a:off x="1108099" y="1664369"/>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8"/>
          <p:cNvSpPr txBox="1"/>
          <p:nvPr>
            <p:ph idx="1" type="body"/>
          </p:nvPr>
        </p:nvSpPr>
        <p:spPr>
          <a:xfrm>
            <a:off x="1108099" y="3006680"/>
            <a:ext cx="2104331" cy="559797"/>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lt1"/>
              </a:buClr>
              <a:buSzPts val="2100"/>
              <a:buChar char="•"/>
              <a:defRPr b="0" i="0">
                <a:solidFill>
                  <a:schemeClr val="lt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93" name="Google Shape;93;p18"/>
          <p:cNvGrpSpPr/>
          <p:nvPr/>
        </p:nvGrpSpPr>
        <p:grpSpPr>
          <a:xfrm>
            <a:off x="7919293" y="4704907"/>
            <a:ext cx="1053785" cy="240736"/>
            <a:chOff x="8941676" y="5879067"/>
            <a:chExt cx="2618358" cy="598161"/>
          </a:xfrm>
        </p:grpSpPr>
        <p:sp>
          <p:nvSpPr>
            <p:cNvPr id="94" name="Google Shape;94;p18"/>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95" name="Google Shape;95;p18"/>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96" name="Google Shape;96;p18"/>
            <p:cNvGrpSpPr/>
            <p:nvPr/>
          </p:nvGrpSpPr>
          <p:grpSpPr>
            <a:xfrm>
              <a:off x="11114331" y="5879067"/>
              <a:ext cx="445703" cy="598161"/>
              <a:chOff x="18406074" y="10234089"/>
              <a:chExt cx="445703" cy="598161"/>
            </a:xfrm>
          </p:grpSpPr>
          <p:sp>
            <p:nvSpPr>
              <p:cNvPr id="97" name="Google Shape;97;p18"/>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id="98" name="Google Shape;98;p18"/>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grpSp>
      <p:pic>
        <p:nvPicPr>
          <p:cNvPr id="99" name="Google Shape;99;p18"/>
          <p:cNvPicPr preferRelativeResize="0"/>
          <p:nvPr/>
        </p:nvPicPr>
        <p:blipFill rotWithShape="1">
          <a:blip r:embed="rId4">
            <a:alphaModFix/>
          </a:blip>
          <a:srcRect b="0" l="0" r="0" t="0"/>
          <a:stretch/>
        </p:blipFill>
        <p:spPr>
          <a:xfrm>
            <a:off x="345311" y="986442"/>
            <a:ext cx="89313" cy="317061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4">
  <p:cSld name="PORTADA interior 4">
    <p:bg>
      <p:bgPr>
        <a:blipFill>
          <a:blip r:embed="rId2">
            <a:alphaModFix/>
          </a:blip>
          <a:stretch>
            <a:fillRect/>
          </a:stretch>
        </a:blipFill>
      </p:bgPr>
    </p:bg>
    <p:spTree>
      <p:nvGrpSpPr>
        <p:cNvPr id="100" name="Shape 100"/>
        <p:cNvGrpSpPr/>
        <p:nvPr/>
      </p:nvGrpSpPr>
      <p:grpSpPr>
        <a:xfrm>
          <a:off x="0" y="0"/>
          <a:ext cx="0" cy="0"/>
          <a:chOff x="0" y="0"/>
          <a:chExt cx="0" cy="0"/>
        </a:xfrm>
      </p:grpSpPr>
      <p:sp>
        <p:nvSpPr>
          <p:cNvPr id="101" name="Google Shape;101;p19"/>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 name="Google Shape;102;p19"/>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3" name="Google Shape;103;p19"/>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19"/>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5" name="Google Shape;105;p19"/>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03</a:t>
            </a:r>
            <a:endParaRPr b="1" sz="600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3">
  <p:cSld name="INTERIOR 3">
    <p:spTree>
      <p:nvGrpSpPr>
        <p:cNvPr id="106" name="Shape 106"/>
        <p:cNvGrpSpPr/>
        <p:nvPr/>
      </p:nvGrpSpPr>
      <p:grpSpPr>
        <a:xfrm>
          <a:off x="0" y="0"/>
          <a:ext cx="0" cy="0"/>
          <a:chOff x="0" y="0"/>
          <a:chExt cx="0" cy="0"/>
        </a:xfrm>
      </p:grpSpPr>
      <p:sp>
        <p:nvSpPr>
          <p:cNvPr id="107" name="Google Shape;107;p20"/>
          <p:cNvSpPr/>
          <p:nvPr/>
        </p:nvSpPr>
        <p:spPr>
          <a:xfrm>
            <a:off x="0" y="0"/>
            <a:ext cx="866274" cy="5143500"/>
          </a:xfrm>
          <a:prstGeom prst="rect">
            <a:avLst/>
          </a:prstGeom>
          <a:solidFill>
            <a:srgbClr val="26262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8" name="Google Shape;108;p20"/>
          <p:cNvSpPr/>
          <p:nvPr/>
        </p:nvSpPr>
        <p:spPr>
          <a:xfrm>
            <a:off x="364223" y="304379"/>
            <a:ext cx="116727" cy="116727"/>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09" name="Google Shape;109;p20"/>
          <p:cNvSpPr txBox="1"/>
          <p:nvPr>
            <p:ph idx="1" type="body"/>
          </p:nvPr>
        </p:nvSpPr>
        <p:spPr>
          <a:xfrm>
            <a:off x="4883140" y="304379"/>
            <a:ext cx="3687581" cy="352264"/>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dk1"/>
              </a:buClr>
              <a:buSzPts val="2400"/>
              <a:buNone/>
              <a:defRPr b="1" sz="2400">
                <a:solidFill>
                  <a:schemeClr val="dk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20"/>
          <p:cNvSpPr txBox="1"/>
          <p:nvPr>
            <p:ph idx="2" type="body"/>
          </p:nvPr>
        </p:nvSpPr>
        <p:spPr>
          <a:xfrm>
            <a:off x="4883140" y="732109"/>
            <a:ext cx="3698059" cy="211350"/>
          </a:xfrm>
          <a:prstGeom prst="rect">
            <a:avLst/>
          </a:prstGeom>
          <a:noFill/>
          <a:ln>
            <a:noFill/>
          </a:ln>
        </p:spPr>
        <p:txBody>
          <a:bodyPr anchorCtr="0" anchor="t" bIns="34275" lIns="68575" spcFirstLastPara="1" rIns="68575" wrap="square" tIns="34275">
            <a:normAutofit/>
          </a:bodyPr>
          <a:lstStyle>
            <a:lvl1pPr indent="-228600" lvl="0" marL="457200" algn="r">
              <a:lnSpc>
                <a:spcPct val="90000"/>
              </a:lnSpc>
              <a:spcBef>
                <a:spcPts val="800"/>
              </a:spcBef>
              <a:spcAft>
                <a:spcPts val="0"/>
              </a:spcAft>
              <a:buClr>
                <a:schemeClr val="dk1"/>
              </a:buClr>
              <a:buSzPts val="1100"/>
              <a:buNone/>
              <a:defRPr sz="1100">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20"/>
          <p:cNvSpPr/>
          <p:nvPr/>
        </p:nvSpPr>
        <p:spPr>
          <a:xfrm>
            <a:off x="8663934" y="362742"/>
            <a:ext cx="203579" cy="203578"/>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12" name="Google Shape;112;p20"/>
          <p:cNvGrpSpPr/>
          <p:nvPr/>
        </p:nvGrpSpPr>
        <p:grpSpPr>
          <a:xfrm>
            <a:off x="7919293" y="4704907"/>
            <a:ext cx="1053785" cy="240736"/>
            <a:chOff x="8941676" y="5879067"/>
            <a:chExt cx="2618358" cy="598161"/>
          </a:xfrm>
        </p:grpSpPr>
        <p:sp>
          <p:nvSpPr>
            <p:cNvPr id="113" name="Google Shape;113;p20"/>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14" name="Google Shape;114;p20"/>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115" name="Google Shape;115;p20"/>
            <p:cNvGrpSpPr/>
            <p:nvPr/>
          </p:nvGrpSpPr>
          <p:grpSpPr>
            <a:xfrm>
              <a:off x="11114331" y="5879067"/>
              <a:ext cx="445703" cy="598161"/>
              <a:chOff x="18406074" y="10234089"/>
              <a:chExt cx="445703" cy="598161"/>
            </a:xfrm>
          </p:grpSpPr>
          <p:sp>
            <p:nvSpPr>
              <p:cNvPr id="116" name="Google Shape;116;p2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id="117" name="Google Shape;117;p2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118" name="Google Shape;118;p20"/>
          <p:cNvPicPr preferRelativeResize="0"/>
          <p:nvPr/>
        </p:nvPicPr>
        <p:blipFill rotWithShape="1">
          <a:blip r:embed="rId3">
            <a:alphaModFix/>
          </a:blip>
          <a:srcRect b="0" l="0" r="0" t="0"/>
          <a:stretch/>
        </p:blipFill>
        <p:spPr>
          <a:xfrm>
            <a:off x="388194" y="1683705"/>
            <a:ext cx="89313" cy="317061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3">
  <p:cSld name="PORTADA interior 3">
    <p:bg>
      <p:bgPr>
        <a:blipFill>
          <a:blip r:embed="rId2">
            <a:alphaModFix/>
          </a:blip>
          <a:stretch>
            <a:fillRect/>
          </a:stretch>
        </a:blipFill>
      </p:bgPr>
    </p:bg>
    <p:spTree>
      <p:nvGrpSpPr>
        <p:cNvPr id="119" name="Shape 119"/>
        <p:cNvGrpSpPr/>
        <p:nvPr/>
      </p:nvGrpSpPr>
      <p:grpSpPr>
        <a:xfrm>
          <a:off x="0" y="0"/>
          <a:ext cx="0" cy="0"/>
          <a:chOff x="0" y="0"/>
          <a:chExt cx="0" cy="0"/>
        </a:xfrm>
      </p:grpSpPr>
      <p:sp>
        <p:nvSpPr>
          <p:cNvPr id="120" name="Google Shape;120;p21"/>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1"/>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 name="Google Shape;122;p21"/>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3" name="Google Shape;123;p21"/>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 name="Google Shape;124;p21"/>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04</a:t>
            </a:r>
            <a:endParaRPr b="1" sz="60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PA FINAL">
  <p:cSld name="TAPA FINAL">
    <p:spTree>
      <p:nvGrpSpPr>
        <p:cNvPr id="125" name="Shape 125"/>
        <p:cNvGrpSpPr/>
        <p:nvPr/>
      </p:nvGrpSpPr>
      <p:grpSpPr>
        <a:xfrm>
          <a:off x="0" y="0"/>
          <a:ext cx="0" cy="0"/>
          <a:chOff x="0" y="0"/>
          <a:chExt cx="0" cy="0"/>
        </a:xfrm>
      </p:grpSpPr>
      <p:sp>
        <p:nvSpPr>
          <p:cNvPr id="126" name="Google Shape;126;p22"/>
          <p:cNvSpPr/>
          <p:nvPr/>
        </p:nvSpPr>
        <p:spPr>
          <a:xfrm>
            <a:off x="0" y="1"/>
            <a:ext cx="9144000" cy="5143500"/>
          </a:xfrm>
          <a:prstGeom prst="rect">
            <a:avLst/>
          </a:prstGeom>
          <a:solidFill>
            <a:srgbClr val="26262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27" name="Google Shape;127;p22"/>
          <p:cNvGrpSpPr/>
          <p:nvPr/>
        </p:nvGrpSpPr>
        <p:grpSpPr>
          <a:xfrm>
            <a:off x="1927196" y="4084220"/>
            <a:ext cx="5289608" cy="422609"/>
            <a:chOff x="1569453" y="5445627"/>
            <a:chExt cx="7052811" cy="563479"/>
          </a:xfrm>
        </p:grpSpPr>
        <p:pic>
          <p:nvPicPr>
            <p:cNvPr id="128" name="Google Shape;128;p22"/>
            <p:cNvPicPr preferRelativeResize="0"/>
            <p:nvPr/>
          </p:nvPicPr>
          <p:blipFill rotWithShape="1">
            <a:blip r:embed="rId2">
              <a:alphaModFix/>
            </a:blip>
            <a:srcRect b="0" l="0" r="0" t="0"/>
            <a:stretch/>
          </p:blipFill>
          <p:spPr>
            <a:xfrm>
              <a:off x="3569736" y="5445627"/>
              <a:ext cx="5052528" cy="563479"/>
            </a:xfrm>
            <a:prstGeom prst="rect">
              <a:avLst/>
            </a:prstGeom>
            <a:noFill/>
            <a:ln>
              <a:noFill/>
            </a:ln>
          </p:spPr>
        </p:pic>
        <p:pic>
          <p:nvPicPr>
            <p:cNvPr id="129" name="Google Shape;129;p22"/>
            <p:cNvPicPr preferRelativeResize="0"/>
            <p:nvPr/>
          </p:nvPicPr>
          <p:blipFill rotWithShape="1">
            <a:blip r:embed="rId3">
              <a:alphaModFix/>
            </a:blip>
            <a:srcRect b="0" l="0" r="0" t="0"/>
            <a:stretch/>
          </p:blipFill>
          <p:spPr>
            <a:xfrm>
              <a:off x="1569453" y="5505450"/>
              <a:ext cx="1331493" cy="443831"/>
            </a:xfrm>
            <a:prstGeom prst="rect">
              <a:avLst/>
            </a:prstGeom>
            <a:noFill/>
            <a:ln>
              <a:noFill/>
            </a:ln>
          </p:spPr>
        </p:pic>
      </p:grpSp>
      <p:pic>
        <p:nvPicPr>
          <p:cNvPr id="130" name="Google Shape;130;p22"/>
          <p:cNvPicPr preferRelativeResize="0"/>
          <p:nvPr/>
        </p:nvPicPr>
        <p:blipFill rotWithShape="1">
          <a:blip r:embed="rId4">
            <a:alphaModFix/>
          </a:blip>
          <a:srcRect b="0" l="0" r="0" t="0"/>
          <a:stretch/>
        </p:blipFill>
        <p:spPr>
          <a:xfrm>
            <a:off x="3072884" y="1718733"/>
            <a:ext cx="2998231" cy="97267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0"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8.png"/><Relationship Id="rId5"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22.png"/><Relationship Id="rId5"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34.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43.png"/><Relationship Id="rId5"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45.png"/><Relationship Id="rId5"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5186857" y="1951058"/>
            <a:ext cx="3283500" cy="9795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100"/>
              <a:buFont typeface="Arial"/>
              <a:buNone/>
            </a:pPr>
            <a:r>
              <a:rPr b="0" lang="es" sz="5200"/>
              <a:t>VAMOS!?</a:t>
            </a:r>
            <a:endParaRPr/>
          </a:p>
        </p:txBody>
      </p:sp>
      <p:sp>
        <p:nvSpPr>
          <p:cNvPr id="136" name="Google Shape;136;p23"/>
          <p:cNvSpPr txBox="1"/>
          <p:nvPr>
            <p:ph idx="1" type="subTitle"/>
          </p:nvPr>
        </p:nvSpPr>
        <p:spPr>
          <a:xfrm>
            <a:off x="5202964" y="3229130"/>
            <a:ext cx="3267300" cy="748200"/>
          </a:xfrm>
          <a:prstGeom prst="rect">
            <a:avLst/>
          </a:prstGeom>
          <a:noFill/>
          <a:ln>
            <a:noFill/>
          </a:ln>
        </p:spPr>
        <p:txBody>
          <a:bodyPr anchorCtr="0" anchor="t" bIns="0" lIns="0" spcFirstLastPara="1" rIns="0" wrap="square" tIns="0">
            <a:spAutoFit/>
          </a:bodyPr>
          <a:lstStyle/>
          <a:p>
            <a:pPr indent="-165100" lvl="0" marL="165100" rtl="0" algn="l">
              <a:lnSpc>
                <a:spcPct val="90000"/>
              </a:lnSpc>
              <a:spcBef>
                <a:spcPts val="0"/>
              </a:spcBef>
              <a:spcAft>
                <a:spcPts val="0"/>
              </a:spcAft>
              <a:buClr>
                <a:schemeClr val="lt1"/>
              </a:buClr>
              <a:buSzPts val="1800"/>
              <a:buChar char="•"/>
            </a:pPr>
            <a:r>
              <a:rPr lang="es"/>
              <a:t>Freddy G. Galarza </a:t>
            </a:r>
            <a:endParaRPr/>
          </a:p>
          <a:p>
            <a:pPr indent="-165100" lvl="0" marL="165100" rtl="0" algn="l">
              <a:lnSpc>
                <a:spcPct val="90000"/>
              </a:lnSpc>
              <a:spcBef>
                <a:spcPts val="0"/>
              </a:spcBef>
              <a:spcAft>
                <a:spcPts val="0"/>
              </a:spcAft>
              <a:buSzPts val="1800"/>
              <a:buChar char="•"/>
            </a:pPr>
            <a:r>
              <a:rPr lang="es"/>
              <a:t>Pablo Mery </a:t>
            </a:r>
            <a:endParaRPr/>
          </a:p>
          <a:p>
            <a:pPr indent="-165100" lvl="0" marL="165100" rtl="0" algn="l">
              <a:lnSpc>
                <a:spcPct val="90000"/>
              </a:lnSpc>
              <a:spcBef>
                <a:spcPts val="0"/>
              </a:spcBef>
              <a:spcAft>
                <a:spcPts val="0"/>
              </a:spcAft>
              <a:buSzPts val="1800"/>
              <a:buChar char="•"/>
            </a:pPr>
            <a:r>
              <a:rPr lang="es"/>
              <a:t>Luis Núñez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idx="1" type="body"/>
          </p:nvPr>
        </p:nvSpPr>
        <p:spPr>
          <a:xfrm>
            <a:off x="491014" y="413281"/>
            <a:ext cx="3687581" cy="352264"/>
          </a:xfrm>
          <a:prstGeom prst="rect">
            <a:avLst/>
          </a:prstGeom>
          <a:noFill/>
          <a:ln>
            <a:noFill/>
          </a:ln>
        </p:spPr>
        <p:txBody>
          <a:bodyPr anchorCtr="0" anchor="t" bIns="34275" lIns="68575" spcFirstLastPara="1" rIns="68575" wrap="square" tIns="34275">
            <a:noAutofit/>
          </a:bodyPr>
          <a:lstStyle/>
          <a:p>
            <a:pPr indent="0" lvl="0" marL="165100" rtl="0" algn="l">
              <a:lnSpc>
                <a:spcPct val="90000"/>
              </a:lnSpc>
              <a:spcBef>
                <a:spcPts val="0"/>
              </a:spcBef>
              <a:spcAft>
                <a:spcPts val="0"/>
              </a:spcAft>
              <a:buNone/>
            </a:pPr>
            <a:r>
              <a:rPr lang="es"/>
              <a:t>A</a:t>
            </a:r>
            <a:r>
              <a:rPr lang="es">
                <a:latin typeface="Arial"/>
                <a:ea typeface="Arial"/>
                <a:cs typeface="Arial"/>
                <a:sym typeface="Arial"/>
              </a:rPr>
              <a:t>genda</a:t>
            </a:r>
            <a:endParaRPr/>
          </a:p>
        </p:txBody>
      </p:sp>
      <p:sp>
        <p:nvSpPr>
          <p:cNvPr id="142" name="Google Shape;142;p24"/>
          <p:cNvSpPr txBox="1"/>
          <p:nvPr>
            <p:ph idx="2" type="body"/>
          </p:nvPr>
        </p:nvSpPr>
        <p:spPr>
          <a:xfrm>
            <a:off x="480536" y="853178"/>
            <a:ext cx="4916964" cy="2385322"/>
          </a:xfrm>
          <a:prstGeom prst="rect">
            <a:avLst/>
          </a:prstGeom>
          <a:noFill/>
          <a:ln>
            <a:noFill/>
          </a:ln>
        </p:spPr>
        <p:txBody>
          <a:bodyPr anchorCtr="0" anchor="t" bIns="34275" lIns="68575" spcFirstLastPara="1" rIns="68575" wrap="square" tIns="34275">
            <a:normAutofit/>
          </a:bodyPr>
          <a:lstStyle/>
          <a:p>
            <a:pPr indent="0" lvl="0" marL="165100" rtl="0" algn="l">
              <a:lnSpc>
                <a:spcPct val="90000"/>
              </a:lnSpc>
              <a:spcBef>
                <a:spcPts val="0"/>
              </a:spcBef>
              <a:spcAft>
                <a:spcPts val="0"/>
              </a:spcAft>
              <a:buNone/>
            </a:pPr>
            <a:r>
              <a:rPr lang="es" sz="2100">
                <a:latin typeface="Arial"/>
                <a:ea typeface="Arial"/>
                <a:cs typeface="Arial"/>
                <a:sym typeface="Arial"/>
              </a:rPr>
              <a:t>1. Integrantes del grupo</a:t>
            </a:r>
            <a:endParaRPr/>
          </a:p>
          <a:p>
            <a:pPr indent="0" lvl="0" marL="165100" rtl="0" algn="l">
              <a:lnSpc>
                <a:spcPct val="90000"/>
              </a:lnSpc>
              <a:spcBef>
                <a:spcPts val="800"/>
              </a:spcBef>
              <a:spcAft>
                <a:spcPts val="0"/>
              </a:spcAft>
              <a:buNone/>
            </a:pPr>
            <a:r>
              <a:rPr lang="es" sz="2100">
                <a:latin typeface="Arial"/>
                <a:ea typeface="Arial"/>
                <a:cs typeface="Arial"/>
                <a:sym typeface="Arial"/>
              </a:rPr>
              <a:t>2. </a:t>
            </a:r>
            <a:r>
              <a:rPr lang="es" sz="2100"/>
              <a:t>Contexto y Entorno</a:t>
            </a:r>
            <a:endParaRPr/>
          </a:p>
          <a:p>
            <a:pPr indent="0" lvl="0" marL="165100" rtl="0" algn="l">
              <a:lnSpc>
                <a:spcPct val="90000"/>
              </a:lnSpc>
              <a:spcBef>
                <a:spcPts val="800"/>
              </a:spcBef>
              <a:spcAft>
                <a:spcPts val="0"/>
              </a:spcAft>
              <a:buNone/>
            </a:pPr>
            <a:r>
              <a:rPr lang="es" sz="2100"/>
              <a:t>3</a:t>
            </a:r>
            <a:r>
              <a:rPr lang="es" sz="2100">
                <a:latin typeface="Arial"/>
                <a:ea typeface="Arial"/>
                <a:cs typeface="Arial"/>
                <a:sym typeface="Arial"/>
              </a:rPr>
              <a:t>. </a:t>
            </a:r>
            <a:r>
              <a:rPr lang="es" sz="2100"/>
              <a:t>Plan de Prueba</a:t>
            </a:r>
            <a:endParaRPr sz="2100"/>
          </a:p>
          <a:p>
            <a:pPr indent="0" lvl="0" marL="165100" rtl="0" algn="l">
              <a:lnSpc>
                <a:spcPct val="90000"/>
              </a:lnSpc>
              <a:spcBef>
                <a:spcPts val="800"/>
              </a:spcBef>
              <a:spcAft>
                <a:spcPts val="0"/>
              </a:spcAft>
              <a:buNone/>
            </a:pPr>
            <a:r>
              <a:rPr lang="es" sz="2100"/>
              <a:t>4. Evidencia</a:t>
            </a:r>
            <a:endParaRPr sz="2100"/>
          </a:p>
          <a:p>
            <a:pPr indent="0" lvl="0" marL="165100" rtl="0" algn="l">
              <a:lnSpc>
                <a:spcPct val="90000"/>
              </a:lnSpc>
              <a:spcBef>
                <a:spcPts val="800"/>
              </a:spcBef>
              <a:spcAft>
                <a:spcPts val="0"/>
              </a:spcAft>
              <a:buNone/>
            </a:pPr>
            <a:r>
              <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s"/>
              <a:t>Equipo</a:t>
            </a:r>
            <a:endParaRPr/>
          </a:p>
        </p:txBody>
      </p:sp>
      <p:sp>
        <p:nvSpPr>
          <p:cNvPr id="148" name="Google Shape;148;p25"/>
          <p:cNvSpPr txBox="1"/>
          <p:nvPr>
            <p:ph idx="1" type="body"/>
          </p:nvPr>
        </p:nvSpPr>
        <p:spPr>
          <a:xfrm>
            <a:off x="557300" y="1234325"/>
            <a:ext cx="2260200" cy="3416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t/>
            </a:r>
            <a:endParaRPr/>
          </a:p>
          <a:p>
            <a:pPr indent="0" lvl="0" marL="0" rtl="0" algn="ctr">
              <a:spcBef>
                <a:spcPts val="800"/>
              </a:spcBef>
              <a:spcAft>
                <a:spcPts val="0"/>
              </a:spcAft>
              <a:buNone/>
            </a:pPr>
            <a:r>
              <a:rPr b="0" lang="es" sz="1500"/>
              <a:t>Freddy G. Galarza</a:t>
            </a:r>
            <a:br>
              <a:rPr b="0" lang="es" sz="1500"/>
            </a:br>
            <a:br>
              <a:rPr b="0" lang="es" sz="1500"/>
            </a:br>
            <a:r>
              <a:rPr b="0" lang="es" sz="1800"/>
              <a:t>Product Owner </a:t>
            </a:r>
            <a:endParaRPr b="0" sz="1800"/>
          </a:p>
          <a:p>
            <a:pPr indent="0" lvl="0" marL="0" rtl="0" algn="l">
              <a:spcBef>
                <a:spcPts val="800"/>
              </a:spcBef>
              <a:spcAft>
                <a:spcPts val="0"/>
              </a:spcAft>
              <a:buNone/>
            </a:pPr>
            <a:r>
              <a:rPr b="0" lang="es" sz="1800"/>
              <a:t>FullStack Developer/ Data Engineer / Arquit</a:t>
            </a:r>
            <a:r>
              <a:rPr b="0" lang="es" sz="1800"/>
              <a:t>ecto Cloud</a:t>
            </a:r>
            <a:endParaRPr b="0" sz="1500"/>
          </a:p>
        </p:txBody>
      </p:sp>
      <p:sp>
        <p:nvSpPr>
          <p:cNvPr id="149" name="Google Shape;149;p25"/>
          <p:cNvSpPr txBox="1"/>
          <p:nvPr>
            <p:ph idx="2" type="body"/>
          </p:nvPr>
        </p:nvSpPr>
        <p:spPr>
          <a:xfrm>
            <a:off x="6326500" y="796225"/>
            <a:ext cx="2260200" cy="3416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ctr">
              <a:spcBef>
                <a:spcPts val="800"/>
              </a:spcBef>
              <a:spcAft>
                <a:spcPts val="0"/>
              </a:spcAft>
              <a:buNone/>
            </a:pPr>
            <a:r>
              <a:rPr lang="es" sz="1500"/>
              <a:t>Pablo Mery</a:t>
            </a:r>
            <a:endParaRPr sz="1500"/>
          </a:p>
          <a:p>
            <a:pPr indent="0" lvl="0" marL="0" rtl="0" algn="ctr">
              <a:spcBef>
                <a:spcPts val="800"/>
              </a:spcBef>
              <a:spcAft>
                <a:spcPts val="0"/>
              </a:spcAft>
              <a:buNone/>
            </a:pPr>
            <a:r>
              <a:rPr lang="es" sz="1900"/>
              <a:t>Scrum Team</a:t>
            </a:r>
            <a:endParaRPr sz="1900"/>
          </a:p>
          <a:p>
            <a:pPr indent="0" lvl="0" marL="0" rtl="0" algn="l">
              <a:spcBef>
                <a:spcPts val="800"/>
              </a:spcBef>
              <a:spcAft>
                <a:spcPts val="0"/>
              </a:spcAft>
              <a:buNone/>
            </a:pPr>
            <a:r>
              <a:rPr lang="es" sz="1900"/>
              <a:t>Integración IA/ QA &amp; Testing Lead / FullStack Developer</a:t>
            </a:r>
            <a:r>
              <a:rPr lang="es"/>
              <a:t>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
        <p:nvSpPr>
          <p:cNvPr id="150" name="Google Shape;150;p25"/>
          <p:cNvSpPr txBox="1"/>
          <p:nvPr>
            <p:ph idx="2" type="body"/>
          </p:nvPr>
        </p:nvSpPr>
        <p:spPr>
          <a:xfrm>
            <a:off x="3441900" y="1554500"/>
            <a:ext cx="2260200" cy="21156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ctr">
              <a:spcBef>
                <a:spcPts val="800"/>
              </a:spcBef>
              <a:spcAft>
                <a:spcPts val="0"/>
              </a:spcAft>
              <a:buNone/>
            </a:pPr>
            <a:r>
              <a:rPr lang="es" sz="1500"/>
              <a:t>Luis Nuñez</a:t>
            </a:r>
            <a:endParaRPr sz="1500"/>
          </a:p>
          <a:p>
            <a:pPr indent="0" lvl="0" marL="0" rtl="0" algn="ctr">
              <a:spcBef>
                <a:spcPts val="800"/>
              </a:spcBef>
              <a:spcAft>
                <a:spcPts val="0"/>
              </a:spcAft>
              <a:buNone/>
            </a:pPr>
            <a:r>
              <a:rPr lang="es" sz="1800"/>
              <a:t>Scrum Master</a:t>
            </a:r>
            <a:endParaRPr sz="1800"/>
          </a:p>
          <a:p>
            <a:pPr indent="0" lvl="0" marL="0" rtl="0" algn="l">
              <a:spcBef>
                <a:spcPts val="800"/>
              </a:spcBef>
              <a:spcAft>
                <a:spcPts val="0"/>
              </a:spcAft>
              <a:buNone/>
            </a:pPr>
            <a:r>
              <a:rPr lang="es" sz="1900"/>
              <a:t>FullStack Developer / UI - UX / Integrador de API </a:t>
            </a:r>
            <a:endParaRPr sz="1900"/>
          </a:p>
        </p:txBody>
      </p:sp>
      <p:pic>
        <p:nvPicPr>
          <p:cNvPr id="151" name="Google Shape;151;p25"/>
          <p:cNvPicPr preferRelativeResize="0"/>
          <p:nvPr/>
        </p:nvPicPr>
        <p:blipFill>
          <a:blip r:embed="rId3">
            <a:alphaModFix amt="1000"/>
          </a:blip>
          <a:stretch>
            <a:fillRect/>
          </a:stretch>
        </p:blipFill>
        <p:spPr>
          <a:xfrm>
            <a:off x="1059702" y="854950"/>
            <a:ext cx="1110076" cy="1623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Font typeface="Arial"/>
              <a:buNone/>
            </a:pPr>
            <a:r>
              <a:rPr i="1" lang="es"/>
              <a:t>Contexto y Entorno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nvSpPr>
        <p:spPr>
          <a:xfrm>
            <a:off x="856475" y="317500"/>
            <a:ext cx="4713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Contexto y Entorno</a:t>
            </a:r>
            <a:endParaRPr sz="1100">
              <a:solidFill>
                <a:schemeClr val="dk1"/>
              </a:solidFill>
              <a:latin typeface="Google Sans"/>
              <a:ea typeface="Google Sans"/>
              <a:cs typeface="Google Sans"/>
              <a:sym typeface="Google Sans"/>
            </a:endParaRPr>
          </a:p>
        </p:txBody>
      </p:sp>
      <p:sp>
        <p:nvSpPr>
          <p:cNvPr id="162" name="Google Shape;162;p27"/>
          <p:cNvSpPr txBox="1"/>
          <p:nvPr/>
        </p:nvSpPr>
        <p:spPr>
          <a:xfrm>
            <a:off x="5326100" y="812725"/>
            <a:ext cx="2986200" cy="24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rPr>
              <a:t>Integridad de Datos</a:t>
            </a:r>
            <a:endParaRPr b="1">
              <a:solidFill>
                <a:schemeClr val="dk1"/>
              </a:solidFill>
            </a:endParaRPr>
          </a:p>
          <a:p>
            <a:pPr indent="0" lvl="0" marL="0" rtl="0" algn="l">
              <a:spcBef>
                <a:spcPts val="0"/>
              </a:spcBef>
              <a:spcAft>
                <a:spcPts val="0"/>
              </a:spcAft>
              <a:buNone/>
            </a:pPr>
            <a:r>
              <a:rPr lang="es">
                <a:solidFill>
                  <a:schemeClr val="dk1"/>
                </a:solidFill>
              </a:rPr>
              <a:t>Se utilizó el Data Seeder automatizado (sin inserciones manuales).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Las validaciones de concurrencia y roles se ejecutaron utilizando cuentas de prueba aisladas.</a:t>
            </a:r>
            <a:endParaRPr>
              <a:solidFill>
                <a:schemeClr val="dk1"/>
              </a:solidFill>
            </a:endParaRPr>
          </a:p>
        </p:txBody>
      </p:sp>
      <p:sp>
        <p:nvSpPr>
          <p:cNvPr id="163" name="Google Shape;163;p27"/>
          <p:cNvSpPr txBox="1"/>
          <p:nvPr/>
        </p:nvSpPr>
        <p:spPr>
          <a:xfrm>
            <a:off x="1541075" y="812713"/>
            <a:ext cx="2986200" cy="24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rPr>
              <a:t>Entorno Cloud</a:t>
            </a:r>
            <a:endParaRPr b="1">
              <a:solidFill>
                <a:schemeClr val="dk1"/>
              </a:solidFill>
            </a:endParaRPr>
          </a:p>
          <a:p>
            <a:pPr indent="0" lvl="0" marL="0" rtl="0" algn="l">
              <a:spcBef>
                <a:spcPts val="0"/>
              </a:spcBef>
              <a:spcAft>
                <a:spcPts val="0"/>
              </a:spcAft>
              <a:buNone/>
            </a:pPr>
            <a:r>
              <a:rPr lang="es">
                <a:solidFill>
                  <a:schemeClr val="dk1"/>
                </a:solidFill>
              </a:rPr>
              <a:t>Instancia real de AWS EC2 operando bajo contenedores Docker.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Base de datos PostgreSQL con extensión pgvector habilitada para procesar la similitud semántica requerida por la Inteligencia Artificial.</a:t>
            </a:r>
            <a:endParaRPr>
              <a:solidFill>
                <a:schemeClr val="dk1"/>
              </a:solidFill>
            </a:endParaRPr>
          </a:p>
        </p:txBody>
      </p:sp>
      <p:pic>
        <p:nvPicPr>
          <p:cNvPr descr="File:AWS Simple Icons AWS Cloud.svg - Wikimedia Commons" id="164" name="Google Shape;164;p27"/>
          <p:cNvPicPr preferRelativeResize="0"/>
          <p:nvPr/>
        </p:nvPicPr>
        <p:blipFill>
          <a:blip r:embed="rId3">
            <a:alphaModFix/>
          </a:blip>
          <a:stretch>
            <a:fillRect/>
          </a:stretch>
        </p:blipFill>
        <p:spPr>
          <a:xfrm>
            <a:off x="1973731" y="3126050"/>
            <a:ext cx="2120899" cy="1322448"/>
          </a:xfrm>
          <a:prstGeom prst="rect">
            <a:avLst/>
          </a:prstGeom>
          <a:noFill/>
          <a:ln>
            <a:noFill/>
          </a:ln>
        </p:spPr>
      </p:pic>
      <p:pic>
        <p:nvPicPr>
          <p:cNvPr descr="server (proporcionado por Getty Images)" id="165" name="Google Shape;165;p27"/>
          <p:cNvPicPr preferRelativeResize="0"/>
          <p:nvPr/>
        </p:nvPicPr>
        <p:blipFill>
          <a:blip r:embed="rId4">
            <a:alphaModFix/>
          </a:blip>
          <a:stretch>
            <a:fillRect/>
          </a:stretch>
        </p:blipFill>
        <p:spPr>
          <a:xfrm>
            <a:off x="6022501" y="2990576"/>
            <a:ext cx="1593400" cy="1593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6343891" y="2064537"/>
            <a:ext cx="2104200" cy="12204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Font typeface="Arial"/>
              <a:buNone/>
            </a:pPr>
            <a:r>
              <a:rPr i="1" lang="es"/>
              <a:t>Fase de Pruebas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Autenticación OAuth y Restricción de Edad</a:t>
            </a:r>
            <a:endParaRPr b="1" sz="1700">
              <a:solidFill>
                <a:schemeClr val="dk1"/>
              </a:solidFill>
              <a:latin typeface="Google Sans"/>
              <a:ea typeface="Google Sans"/>
              <a:cs typeface="Google Sans"/>
              <a:sym typeface="Google Sans"/>
            </a:endParaRPr>
          </a:p>
        </p:txBody>
      </p:sp>
      <p:pic>
        <p:nvPicPr>
          <p:cNvPr id="176" name="Google Shape;176;p29"/>
          <p:cNvPicPr preferRelativeResize="0"/>
          <p:nvPr/>
        </p:nvPicPr>
        <p:blipFill>
          <a:blip r:embed="rId3">
            <a:alphaModFix/>
          </a:blip>
          <a:stretch>
            <a:fillRect/>
          </a:stretch>
        </p:blipFill>
        <p:spPr>
          <a:xfrm>
            <a:off x="1013775" y="808075"/>
            <a:ext cx="4346000" cy="3162674"/>
          </a:xfrm>
          <a:prstGeom prst="rect">
            <a:avLst/>
          </a:prstGeom>
          <a:noFill/>
          <a:ln>
            <a:noFill/>
          </a:ln>
        </p:spPr>
      </p:pic>
      <p:pic>
        <p:nvPicPr>
          <p:cNvPr id="177" name="Google Shape;177;p29"/>
          <p:cNvPicPr preferRelativeResize="0"/>
          <p:nvPr/>
        </p:nvPicPr>
        <p:blipFill>
          <a:blip r:embed="rId4">
            <a:alphaModFix/>
          </a:blip>
          <a:stretch>
            <a:fillRect/>
          </a:stretch>
        </p:blipFill>
        <p:spPr>
          <a:xfrm>
            <a:off x="5658424" y="843475"/>
            <a:ext cx="1318475" cy="2819225"/>
          </a:xfrm>
          <a:prstGeom prst="rect">
            <a:avLst/>
          </a:prstGeom>
          <a:noFill/>
          <a:ln>
            <a:noFill/>
          </a:ln>
        </p:spPr>
      </p:pic>
      <p:pic>
        <p:nvPicPr>
          <p:cNvPr id="178" name="Google Shape;178;p29"/>
          <p:cNvPicPr preferRelativeResize="0"/>
          <p:nvPr/>
        </p:nvPicPr>
        <p:blipFill>
          <a:blip r:embed="rId5">
            <a:alphaModFix/>
          </a:blip>
          <a:stretch>
            <a:fillRect/>
          </a:stretch>
        </p:blipFill>
        <p:spPr>
          <a:xfrm>
            <a:off x="7376225" y="843475"/>
            <a:ext cx="1208250" cy="2819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Autenticación OAuth y Restricción de Edad</a:t>
            </a:r>
            <a:endParaRPr b="1" sz="1700">
              <a:solidFill>
                <a:schemeClr val="dk1"/>
              </a:solidFill>
              <a:latin typeface="Google Sans"/>
              <a:ea typeface="Google Sans"/>
              <a:cs typeface="Google Sans"/>
              <a:sym typeface="Google Sans"/>
            </a:endParaRPr>
          </a:p>
        </p:txBody>
      </p:sp>
      <p:pic>
        <p:nvPicPr>
          <p:cNvPr id="184" name="Google Shape;184;p30"/>
          <p:cNvPicPr preferRelativeResize="0"/>
          <p:nvPr/>
        </p:nvPicPr>
        <p:blipFill>
          <a:blip r:embed="rId3">
            <a:alphaModFix/>
          </a:blip>
          <a:stretch>
            <a:fillRect/>
          </a:stretch>
        </p:blipFill>
        <p:spPr>
          <a:xfrm>
            <a:off x="968475" y="1243422"/>
            <a:ext cx="8044151" cy="29507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Obtención Dinámica y Renderizado de Eventos</a:t>
            </a:r>
            <a:endParaRPr b="1" sz="1700">
              <a:solidFill>
                <a:schemeClr val="dk1"/>
              </a:solidFill>
              <a:latin typeface="Google Sans"/>
              <a:ea typeface="Google Sans"/>
              <a:cs typeface="Google Sans"/>
              <a:sym typeface="Google Sans"/>
            </a:endParaRPr>
          </a:p>
        </p:txBody>
      </p:sp>
      <p:pic>
        <p:nvPicPr>
          <p:cNvPr id="190" name="Google Shape;190;p31"/>
          <p:cNvPicPr preferRelativeResize="0"/>
          <p:nvPr/>
        </p:nvPicPr>
        <p:blipFill>
          <a:blip r:embed="rId3">
            <a:alphaModFix/>
          </a:blip>
          <a:stretch>
            <a:fillRect/>
          </a:stretch>
        </p:blipFill>
        <p:spPr>
          <a:xfrm>
            <a:off x="1028525" y="813250"/>
            <a:ext cx="4710124" cy="2897350"/>
          </a:xfrm>
          <a:prstGeom prst="rect">
            <a:avLst/>
          </a:prstGeom>
          <a:noFill/>
          <a:ln>
            <a:noFill/>
          </a:ln>
        </p:spPr>
      </p:pic>
      <p:pic>
        <p:nvPicPr>
          <p:cNvPr id="191" name="Google Shape;191;p31"/>
          <p:cNvPicPr preferRelativeResize="0"/>
          <p:nvPr/>
        </p:nvPicPr>
        <p:blipFill>
          <a:blip r:embed="rId4">
            <a:alphaModFix/>
          </a:blip>
          <a:stretch>
            <a:fillRect/>
          </a:stretch>
        </p:blipFill>
        <p:spPr>
          <a:xfrm>
            <a:off x="1096975" y="3968300"/>
            <a:ext cx="7513626" cy="837675"/>
          </a:xfrm>
          <a:prstGeom prst="rect">
            <a:avLst/>
          </a:prstGeom>
          <a:noFill/>
          <a:ln>
            <a:noFill/>
          </a:ln>
        </p:spPr>
      </p:pic>
      <p:pic>
        <p:nvPicPr>
          <p:cNvPr id="192" name="Google Shape;192;p31"/>
          <p:cNvPicPr preferRelativeResize="0"/>
          <p:nvPr/>
        </p:nvPicPr>
        <p:blipFill>
          <a:blip r:embed="rId5">
            <a:alphaModFix/>
          </a:blip>
          <a:stretch>
            <a:fillRect/>
          </a:stretch>
        </p:blipFill>
        <p:spPr>
          <a:xfrm>
            <a:off x="5891049" y="916300"/>
            <a:ext cx="3100551" cy="25266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Obtención Dinámica y Renderizado de Eventos</a:t>
            </a:r>
            <a:endParaRPr b="1" sz="1700">
              <a:solidFill>
                <a:schemeClr val="dk1"/>
              </a:solidFill>
              <a:latin typeface="Google Sans"/>
              <a:ea typeface="Google Sans"/>
              <a:cs typeface="Google Sans"/>
              <a:sym typeface="Google Sans"/>
            </a:endParaRPr>
          </a:p>
        </p:txBody>
      </p:sp>
      <p:pic>
        <p:nvPicPr>
          <p:cNvPr id="198" name="Google Shape;198;p32"/>
          <p:cNvPicPr preferRelativeResize="0"/>
          <p:nvPr/>
        </p:nvPicPr>
        <p:blipFill>
          <a:blip r:embed="rId3">
            <a:alphaModFix/>
          </a:blip>
          <a:stretch>
            <a:fillRect/>
          </a:stretch>
        </p:blipFill>
        <p:spPr>
          <a:xfrm>
            <a:off x="916600" y="1839425"/>
            <a:ext cx="8227400" cy="1813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Asistencia Inteligente (Vambot)</a:t>
            </a:r>
            <a:endParaRPr b="1" sz="1700">
              <a:solidFill>
                <a:schemeClr val="dk1"/>
              </a:solidFill>
              <a:latin typeface="Google Sans"/>
              <a:ea typeface="Google Sans"/>
              <a:cs typeface="Google Sans"/>
              <a:sym typeface="Google Sans"/>
            </a:endParaRPr>
          </a:p>
        </p:txBody>
      </p:sp>
      <p:pic>
        <p:nvPicPr>
          <p:cNvPr id="204" name="Google Shape;204;p33"/>
          <p:cNvPicPr preferRelativeResize="0"/>
          <p:nvPr/>
        </p:nvPicPr>
        <p:blipFill>
          <a:blip r:embed="rId3">
            <a:alphaModFix/>
          </a:blip>
          <a:stretch>
            <a:fillRect/>
          </a:stretch>
        </p:blipFill>
        <p:spPr>
          <a:xfrm>
            <a:off x="962250" y="695425"/>
            <a:ext cx="4551350" cy="3066725"/>
          </a:xfrm>
          <a:prstGeom prst="rect">
            <a:avLst/>
          </a:prstGeom>
          <a:noFill/>
          <a:ln>
            <a:noFill/>
          </a:ln>
        </p:spPr>
      </p:pic>
      <p:pic>
        <p:nvPicPr>
          <p:cNvPr id="205" name="Google Shape;205;p33"/>
          <p:cNvPicPr preferRelativeResize="0"/>
          <p:nvPr/>
        </p:nvPicPr>
        <p:blipFill>
          <a:blip r:embed="rId4">
            <a:alphaModFix/>
          </a:blip>
          <a:stretch>
            <a:fillRect/>
          </a:stretch>
        </p:blipFill>
        <p:spPr>
          <a:xfrm>
            <a:off x="7518625" y="695425"/>
            <a:ext cx="1374934" cy="3066725"/>
          </a:xfrm>
          <a:prstGeom prst="rect">
            <a:avLst/>
          </a:prstGeom>
          <a:noFill/>
          <a:ln>
            <a:noFill/>
          </a:ln>
        </p:spPr>
      </p:pic>
      <p:pic>
        <p:nvPicPr>
          <p:cNvPr id="206" name="Google Shape;206;p33"/>
          <p:cNvPicPr preferRelativeResize="0"/>
          <p:nvPr/>
        </p:nvPicPr>
        <p:blipFill>
          <a:blip r:embed="rId5">
            <a:alphaModFix/>
          </a:blip>
          <a:stretch>
            <a:fillRect/>
          </a:stretch>
        </p:blipFill>
        <p:spPr>
          <a:xfrm>
            <a:off x="5929371" y="695425"/>
            <a:ext cx="1370603" cy="3066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Asistencia Inteligente (Vambot)</a:t>
            </a:r>
            <a:endParaRPr b="1" sz="1700">
              <a:solidFill>
                <a:schemeClr val="dk1"/>
              </a:solidFill>
              <a:latin typeface="Google Sans"/>
              <a:ea typeface="Google Sans"/>
              <a:cs typeface="Google Sans"/>
              <a:sym typeface="Google Sans"/>
            </a:endParaRPr>
          </a:p>
        </p:txBody>
      </p:sp>
      <p:pic>
        <p:nvPicPr>
          <p:cNvPr id="212" name="Google Shape;212;p34"/>
          <p:cNvPicPr preferRelativeResize="0"/>
          <p:nvPr/>
        </p:nvPicPr>
        <p:blipFill>
          <a:blip r:embed="rId3">
            <a:alphaModFix/>
          </a:blip>
          <a:stretch>
            <a:fillRect/>
          </a:stretch>
        </p:blipFill>
        <p:spPr>
          <a:xfrm>
            <a:off x="856475" y="1803100"/>
            <a:ext cx="8287524" cy="22662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Gestión Logística y Compartición de Códigos</a:t>
            </a:r>
            <a:endParaRPr b="1" sz="1700">
              <a:solidFill>
                <a:schemeClr val="dk1"/>
              </a:solidFill>
              <a:latin typeface="Google Sans"/>
              <a:ea typeface="Google Sans"/>
              <a:cs typeface="Google Sans"/>
              <a:sym typeface="Google Sans"/>
            </a:endParaRPr>
          </a:p>
        </p:txBody>
      </p:sp>
      <p:pic>
        <p:nvPicPr>
          <p:cNvPr id="218" name="Google Shape;218;p35"/>
          <p:cNvPicPr preferRelativeResize="0"/>
          <p:nvPr/>
        </p:nvPicPr>
        <p:blipFill>
          <a:blip r:embed="rId3">
            <a:alphaModFix/>
          </a:blip>
          <a:stretch>
            <a:fillRect/>
          </a:stretch>
        </p:blipFill>
        <p:spPr>
          <a:xfrm>
            <a:off x="1006450" y="763900"/>
            <a:ext cx="4633075" cy="2977325"/>
          </a:xfrm>
          <a:prstGeom prst="rect">
            <a:avLst/>
          </a:prstGeom>
          <a:noFill/>
          <a:ln>
            <a:noFill/>
          </a:ln>
        </p:spPr>
      </p:pic>
      <p:pic>
        <p:nvPicPr>
          <p:cNvPr id="219" name="Google Shape;219;p35"/>
          <p:cNvPicPr preferRelativeResize="0"/>
          <p:nvPr/>
        </p:nvPicPr>
        <p:blipFill>
          <a:blip r:embed="rId4">
            <a:alphaModFix/>
          </a:blip>
          <a:stretch>
            <a:fillRect/>
          </a:stretch>
        </p:blipFill>
        <p:spPr>
          <a:xfrm>
            <a:off x="6285200" y="763900"/>
            <a:ext cx="2257425" cy="2977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Gestión Logística y Compartición de Códigos</a:t>
            </a:r>
            <a:endParaRPr b="1" sz="1700">
              <a:solidFill>
                <a:schemeClr val="dk1"/>
              </a:solidFill>
              <a:latin typeface="Google Sans"/>
              <a:ea typeface="Google Sans"/>
              <a:cs typeface="Google Sans"/>
              <a:sym typeface="Google Sans"/>
            </a:endParaRPr>
          </a:p>
        </p:txBody>
      </p:sp>
      <p:pic>
        <p:nvPicPr>
          <p:cNvPr id="225" name="Google Shape;225;p36"/>
          <p:cNvPicPr preferRelativeResize="0"/>
          <p:nvPr/>
        </p:nvPicPr>
        <p:blipFill>
          <a:blip r:embed="rId3">
            <a:alphaModFix/>
          </a:blip>
          <a:stretch>
            <a:fillRect/>
          </a:stretch>
        </p:blipFill>
        <p:spPr>
          <a:xfrm>
            <a:off x="856475" y="1464353"/>
            <a:ext cx="8287525" cy="26409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Gestión de Eventos Guardados y Confirmados</a:t>
            </a:r>
            <a:endParaRPr b="1" sz="1700">
              <a:solidFill>
                <a:schemeClr val="dk1"/>
              </a:solidFill>
              <a:latin typeface="Google Sans"/>
              <a:ea typeface="Google Sans"/>
              <a:cs typeface="Google Sans"/>
              <a:sym typeface="Google Sans"/>
            </a:endParaRPr>
          </a:p>
        </p:txBody>
      </p:sp>
      <p:pic>
        <p:nvPicPr>
          <p:cNvPr id="231" name="Google Shape;231;p37"/>
          <p:cNvPicPr preferRelativeResize="0"/>
          <p:nvPr/>
        </p:nvPicPr>
        <p:blipFill rotWithShape="1">
          <a:blip r:embed="rId3">
            <a:alphaModFix/>
          </a:blip>
          <a:srcRect b="3553" l="0" r="0" t="4636"/>
          <a:stretch/>
        </p:blipFill>
        <p:spPr>
          <a:xfrm>
            <a:off x="5364213" y="763900"/>
            <a:ext cx="1879500" cy="3878800"/>
          </a:xfrm>
          <a:prstGeom prst="rect">
            <a:avLst/>
          </a:prstGeom>
          <a:noFill/>
          <a:ln>
            <a:noFill/>
          </a:ln>
        </p:spPr>
      </p:pic>
      <p:pic>
        <p:nvPicPr>
          <p:cNvPr id="232" name="Google Shape;232;p37"/>
          <p:cNvPicPr preferRelativeResize="0"/>
          <p:nvPr/>
        </p:nvPicPr>
        <p:blipFill rotWithShape="1">
          <a:blip r:embed="rId4">
            <a:alphaModFix/>
          </a:blip>
          <a:srcRect b="0" l="0" r="0" t="4807"/>
          <a:stretch/>
        </p:blipFill>
        <p:spPr>
          <a:xfrm>
            <a:off x="7243700" y="763888"/>
            <a:ext cx="1879500" cy="3878800"/>
          </a:xfrm>
          <a:prstGeom prst="rect">
            <a:avLst/>
          </a:prstGeom>
          <a:noFill/>
          <a:ln>
            <a:noFill/>
          </a:ln>
        </p:spPr>
      </p:pic>
      <p:pic>
        <p:nvPicPr>
          <p:cNvPr id="233" name="Google Shape;233;p37"/>
          <p:cNvPicPr preferRelativeResize="0"/>
          <p:nvPr/>
        </p:nvPicPr>
        <p:blipFill>
          <a:blip r:embed="rId5">
            <a:alphaModFix/>
          </a:blip>
          <a:stretch>
            <a:fillRect/>
          </a:stretch>
        </p:blipFill>
        <p:spPr>
          <a:xfrm>
            <a:off x="1032750" y="1074400"/>
            <a:ext cx="4180450" cy="29947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Gestión de Eventos Guardados y Confirmados</a:t>
            </a:r>
            <a:endParaRPr b="1" sz="1700">
              <a:solidFill>
                <a:schemeClr val="dk1"/>
              </a:solidFill>
              <a:latin typeface="Google Sans"/>
              <a:ea typeface="Google Sans"/>
              <a:cs typeface="Google Sans"/>
              <a:sym typeface="Google Sans"/>
            </a:endParaRPr>
          </a:p>
        </p:txBody>
      </p:sp>
      <p:pic>
        <p:nvPicPr>
          <p:cNvPr id="239" name="Google Shape;239;p38"/>
          <p:cNvPicPr preferRelativeResize="0"/>
          <p:nvPr/>
        </p:nvPicPr>
        <p:blipFill>
          <a:blip r:embed="rId3">
            <a:alphaModFix/>
          </a:blip>
          <a:stretch>
            <a:fillRect/>
          </a:stretch>
        </p:blipFill>
        <p:spPr>
          <a:xfrm>
            <a:off x="916600" y="1925950"/>
            <a:ext cx="8122626" cy="1566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Sincronización Concurrente de Estados</a:t>
            </a:r>
            <a:endParaRPr b="1" sz="1700">
              <a:solidFill>
                <a:schemeClr val="dk1"/>
              </a:solidFill>
              <a:latin typeface="Google Sans"/>
              <a:ea typeface="Google Sans"/>
              <a:cs typeface="Google Sans"/>
              <a:sym typeface="Google Sans"/>
            </a:endParaRPr>
          </a:p>
        </p:txBody>
      </p:sp>
      <p:pic>
        <p:nvPicPr>
          <p:cNvPr id="245" name="Google Shape;245;p39"/>
          <p:cNvPicPr preferRelativeResize="0"/>
          <p:nvPr/>
        </p:nvPicPr>
        <p:blipFill>
          <a:blip r:embed="rId3">
            <a:alphaModFix/>
          </a:blip>
          <a:stretch>
            <a:fillRect/>
          </a:stretch>
        </p:blipFill>
        <p:spPr>
          <a:xfrm>
            <a:off x="954900" y="763900"/>
            <a:ext cx="4030950" cy="2460800"/>
          </a:xfrm>
          <a:prstGeom prst="rect">
            <a:avLst/>
          </a:prstGeom>
          <a:noFill/>
          <a:ln>
            <a:noFill/>
          </a:ln>
        </p:spPr>
      </p:pic>
      <p:pic>
        <p:nvPicPr>
          <p:cNvPr id="246" name="Google Shape;246;p39"/>
          <p:cNvPicPr preferRelativeResize="0"/>
          <p:nvPr/>
        </p:nvPicPr>
        <p:blipFill>
          <a:blip r:embed="rId4">
            <a:alphaModFix/>
          </a:blip>
          <a:stretch>
            <a:fillRect/>
          </a:stretch>
        </p:blipFill>
        <p:spPr>
          <a:xfrm>
            <a:off x="5174326" y="763900"/>
            <a:ext cx="1614807" cy="3408175"/>
          </a:xfrm>
          <a:prstGeom prst="rect">
            <a:avLst/>
          </a:prstGeom>
          <a:noFill/>
          <a:ln>
            <a:noFill/>
          </a:ln>
        </p:spPr>
      </p:pic>
      <p:pic>
        <p:nvPicPr>
          <p:cNvPr id="247" name="Google Shape;247;p39"/>
          <p:cNvPicPr preferRelativeResize="0"/>
          <p:nvPr/>
        </p:nvPicPr>
        <p:blipFill>
          <a:blip r:embed="rId5">
            <a:alphaModFix/>
          </a:blip>
          <a:stretch>
            <a:fillRect/>
          </a:stretch>
        </p:blipFill>
        <p:spPr>
          <a:xfrm>
            <a:off x="7063800" y="763900"/>
            <a:ext cx="1606600" cy="3408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nvSpPr>
        <p:spPr>
          <a:xfrm>
            <a:off x="856475" y="317500"/>
            <a:ext cx="8003100" cy="79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700">
                <a:solidFill>
                  <a:schemeClr val="dk1"/>
                </a:solidFill>
                <a:latin typeface="Google Sans"/>
                <a:ea typeface="Google Sans"/>
                <a:cs typeface="Google Sans"/>
                <a:sym typeface="Google Sans"/>
              </a:rPr>
              <a:t>Sincronización Concurrente de Estados</a:t>
            </a:r>
            <a:endParaRPr b="1" sz="1700">
              <a:solidFill>
                <a:schemeClr val="dk1"/>
              </a:solidFill>
              <a:latin typeface="Google Sans"/>
              <a:ea typeface="Google Sans"/>
              <a:cs typeface="Google Sans"/>
              <a:sym typeface="Google Sans"/>
            </a:endParaRPr>
          </a:p>
          <a:p>
            <a:pPr indent="0" lvl="0" marL="0" rtl="0" algn="l">
              <a:lnSpc>
                <a:spcPct val="115000"/>
              </a:lnSpc>
              <a:spcBef>
                <a:spcPts val="400"/>
              </a:spcBef>
              <a:spcAft>
                <a:spcPts val="400"/>
              </a:spcAft>
              <a:buNone/>
            </a:pPr>
            <a:r>
              <a:t/>
            </a:r>
            <a:endParaRPr b="1" sz="1700">
              <a:solidFill>
                <a:schemeClr val="dk1"/>
              </a:solidFill>
              <a:latin typeface="Google Sans"/>
              <a:ea typeface="Google Sans"/>
              <a:cs typeface="Google Sans"/>
              <a:sym typeface="Google Sans"/>
            </a:endParaRPr>
          </a:p>
        </p:txBody>
      </p:sp>
      <p:pic>
        <p:nvPicPr>
          <p:cNvPr id="253" name="Google Shape;253;p40"/>
          <p:cNvPicPr preferRelativeResize="0"/>
          <p:nvPr/>
        </p:nvPicPr>
        <p:blipFill>
          <a:blip r:embed="rId3">
            <a:alphaModFix/>
          </a:blip>
          <a:stretch>
            <a:fillRect/>
          </a:stretch>
        </p:blipFill>
        <p:spPr>
          <a:xfrm>
            <a:off x="856475" y="1738649"/>
            <a:ext cx="8287525" cy="17466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Ruteo Nativo (Google Maps)</a:t>
            </a:r>
            <a:endParaRPr b="1" sz="1700">
              <a:solidFill>
                <a:schemeClr val="dk1"/>
              </a:solidFill>
              <a:latin typeface="Google Sans"/>
              <a:ea typeface="Google Sans"/>
              <a:cs typeface="Google Sans"/>
              <a:sym typeface="Google Sans"/>
            </a:endParaRPr>
          </a:p>
        </p:txBody>
      </p:sp>
      <p:pic>
        <p:nvPicPr>
          <p:cNvPr id="259" name="Google Shape;259;p41"/>
          <p:cNvPicPr preferRelativeResize="0"/>
          <p:nvPr/>
        </p:nvPicPr>
        <p:blipFill>
          <a:blip r:embed="rId3">
            <a:alphaModFix/>
          </a:blip>
          <a:stretch>
            <a:fillRect/>
          </a:stretch>
        </p:blipFill>
        <p:spPr>
          <a:xfrm>
            <a:off x="954925" y="790575"/>
            <a:ext cx="4316500" cy="2663975"/>
          </a:xfrm>
          <a:prstGeom prst="rect">
            <a:avLst/>
          </a:prstGeom>
          <a:noFill/>
          <a:ln>
            <a:noFill/>
          </a:ln>
        </p:spPr>
      </p:pic>
      <p:pic>
        <p:nvPicPr>
          <p:cNvPr id="260" name="Google Shape;260;p41"/>
          <p:cNvPicPr preferRelativeResize="0"/>
          <p:nvPr/>
        </p:nvPicPr>
        <p:blipFill>
          <a:blip r:embed="rId4">
            <a:alphaModFix/>
          </a:blip>
          <a:stretch>
            <a:fillRect/>
          </a:stretch>
        </p:blipFill>
        <p:spPr>
          <a:xfrm>
            <a:off x="5946525" y="790575"/>
            <a:ext cx="2287070" cy="3881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Ruteo Nativo (Google Maps)</a:t>
            </a:r>
            <a:endParaRPr b="1" sz="1700">
              <a:solidFill>
                <a:schemeClr val="dk1"/>
              </a:solidFill>
              <a:latin typeface="Google Sans"/>
              <a:ea typeface="Google Sans"/>
              <a:cs typeface="Google Sans"/>
              <a:sym typeface="Google Sans"/>
            </a:endParaRPr>
          </a:p>
        </p:txBody>
      </p:sp>
      <p:pic>
        <p:nvPicPr>
          <p:cNvPr id="266" name="Google Shape;266;p42"/>
          <p:cNvPicPr preferRelativeResize="0"/>
          <p:nvPr/>
        </p:nvPicPr>
        <p:blipFill>
          <a:blip r:embed="rId3">
            <a:alphaModFix/>
          </a:blip>
          <a:stretch>
            <a:fillRect/>
          </a:stretch>
        </p:blipFill>
        <p:spPr>
          <a:xfrm>
            <a:off x="856475" y="1564000"/>
            <a:ext cx="8287525" cy="2296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P</a:t>
            </a:r>
            <a:r>
              <a:rPr b="1" lang="es" sz="1700">
                <a:solidFill>
                  <a:schemeClr val="dk1"/>
                </a:solidFill>
                <a:latin typeface="Google Sans"/>
                <a:ea typeface="Google Sans"/>
                <a:cs typeface="Google Sans"/>
                <a:sym typeface="Google Sans"/>
              </a:rPr>
              <a:t>i</a:t>
            </a:r>
            <a:r>
              <a:rPr b="1" lang="es" sz="1700">
                <a:solidFill>
                  <a:schemeClr val="dk1"/>
                </a:solidFill>
                <a:latin typeface="Google Sans"/>
                <a:ea typeface="Google Sans"/>
                <a:cs typeface="Google Sans"/>
                <a:sym typeface="Google Sans"/>
              </a:rPr>
              <a:t>peline de Sincronización de datos</a:t>
            </a:r>
            <a:endParaRPr b="1" sz="1700">
              <a:solidFill>
                <a:schemeClr val="dk1"/>
              </a:solidFill>
              <a:latin typeface="Google Sans"/>
              <a:ea typeface="Google Sans"/>
              <a:cs typeface="Google Sans"/>
              <a:sym typeface="Google Sans"/>
            </a:endParaRPr>
          </a:p>
        </p:txBody>
      </p:sp>
      <p:pic>
        <p:nvPicPr>
          <p:cNvPr id="272" name="Google Shape;272;p43"/>
          <p:cNvPicPr preferRelativeResize="0"/>
          <p:nvPr/>
        </p:nvPicPr>
        <p:blipFill>
          <a:blip r:embed="rId3">
            <a:alphaModFix/>
          </a:blip>
          <a:stretch>
            <a:fillRect/>
          </a:stretch>
        </p:blipFill>
        <p:spPr>
          <a:xfrm>
            <a:off x="1033625" y="628150"/>
            <a:ext cx="3353300" cy="2439500"/>
          </a:xfrm>
          <a:prstGeom prst="rect">
            <a:avLst/>
          </a:prstGeom>
          <a:noFill/>
          <a:ln>
            <a:noFill/>
          </a:ln>
        </p:spPr>
      </p:pic>
      <p:pic>
        <p:nvPicPr>
          <p:cNvPr id="273" name="Google Shape;273;p43"/>
          <p:cNvPicPr preferRelativeResize="0"/>
          <p:nvPr/>
        </p:nvPicPr>
        <p:blipFill>
          <a:blip r:embed="rId4">
            <a:alphaModFix/>
          </a:blip>
          <a:stretch>
            <a:fillRect/>
          </a:stretch>
        </p:blipFill>
        <p:spPr>
          <a:xfrm>
            <a:off x="856475" y="3724800"/>
            <a:ext cx="8287525" cy="1375225"/>
          </a:xfrm>
          <a:prstGeom prst="rect">
            <a:avLst/>
          </a:prstGeom>
          <a:noFill/>
          <a:ln>
            <a:noFill/>
          </a:ln>
        </p:spPr>
      </p:pic>
      <p:pic>
        <p:nvPicPr>
          <p:cNvPr id="274" name="Google Shape;274;p43"/>
          <p:cNvPicPr preferRelativeResize="0"/>
          <p:nvPr/>
        </p:nvPicPr>
        <p:blipFill>
          <a:blip r:embed="rId5">
            <a:alphaModFix/>
          </a:blip>
          <a:stretch>
            <a:fillRect/>
          </a:stretch>
        </p:blipFill>
        <p:spPr>
          <a:xfrm>
            <a:off x="1214050" y="3145800"/>
            <a:ext cx="5519451" cy="500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4"/>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Conclusiones y Lecciones Aprendidas</a:t>
            </a:r>
            <a:endParaRPr b="1" sz="1700">
              <a:solidFill>
                <a:schemeClr val="dk1"/>
              </a:solidFill>
              <a:latin typeface="Google Sans"/>
              <a:ea typeface="Google Sans"/>
              <a:cs typeface="Google Sans"/>
              <a:sym typeface="Google Sans"/>
            </a:endParaRPr>
          </a:p>
        </p:txBody>
      </p:sp>
      <p:sp>
        <p:nvSpPr>
          <p:cNvPr id="280" name="Google Shape;280;p44"/>
          <p:cNvSpPr txBox="1"/>
          <p:nvPr/>
        </p:nvSpPr>
        <p:spPr>
          <a:xfrm>
            <a:off x="1472050" y="1177625"/>
            <a:ext cx="3597900" cy="313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100">
                <a:solidFill>
                  <a:schemeClr val="dk1"/>
                </a:solidFill>
              </a:rPr>
              <a:t>El plan de pruebas ejecutado validó exitosamente todos los requerimientos funcionales y lógicos de VAMOS. La aplicación es capaz de generar su contenido, administrar la autenticación segura, aplicar reglas de negocio (restricción &gt;18 años), asistir mediante Inteligencia Artificial y manejar la concurrencia de sesiones logísticas</a:t>
            </a:r>
            <a:r>
              <a:rPr b="1" lang="es" sz="1100">
                <a:solidFill>
                  <a:schemeClr val="dk1"/>
                </a:solidFill>
              </a:rPr>
              <a:t>.</a:t>
            </a:r>
            <a:endParaRPr sz="2100">
              <a:solidFill>
                <a:schemeClr val="dk1"/>
              </a:solidFill>
            </a:endParaRPr>
          </a:p>
        </p:txBody>
      </p:sp>
      <p:sp>
        <p:nvSpPr>
          <p:cNvPr id="281" name="Google Shape;281;p44"/>
          <p:cNvSpPr txBox="1"/>
          <p:nvPr/>
        </p:nvSpPr>
        <p:spPr>
          <a:xfrm>
            <a:off x="5339200" y="1177625"/>
            <a:ext cx="3597900" cy="3134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lang="es" sz="1100">
                <a:solidFill>
                  <a:schemeClr val="dk1"/>
                </a:solidFill>
              </a:rPr>
              <a:t>La orquestación de contenedores en instancias con recursos limitados (Free Tier de AWS) exige una planificación minuciosa del uso de la memoria. La implementación de memoria SWAP fue vital para evitar tiempos de inactividad.</a:t>
            </a:r>
            <a:endParaRPr sz="1100">
              <a:solidFill>
                <a:schemeClr val="dk1"/>
              </a:solidFill>
            </a:endParaRPr>
          </a:p>
          <a:p>
            <a:pPr indent="0" lvl="0" marL="0" marR="0" rtl="0" algn="just">
              <a:lnSpc>
                <a:spcPct val="100000"/>
              </a:lnSpc>
              <a:spcBef>
                <a:spcPts val="0"/>
              </a:spcBef>
              <a:spcAft>
                <a:spcPts val="0"/>
              </a:spcAft>
              <a:buNone/>
            </a:pPr>
            <a:r>
              <a:t/>
            </a:r>
            <a:endParaRPr sz="1100">
              <a:solidFill>
                <a:schemeClr val="dk1"/>
              </a:solidFill>
            </a:endParaRPr>
          </a:p>
          <a:p>
            <a:pPr indent="0" lvl="0" marL="0" marR="0" rtl="0" algn="just">
              <a:lnSpc>
                <a:spcPct val="100000"/>
              </a:lnSpc>
              <a:spcBef>
                <a:spcPts val="0"/>
              </a:spcBef>
              <a:spcAft>
                <a:spcPts val="0"/>
              </a:spcAft>
              <a:buNone/>
            </a:pPr>
            <a:r>
              <a:rPr lang="es" sz="1100">
                <a:solidFill>
                  <a:schemeClr val="dk1"/>
                </a:solidFill>
              </a:rPr>
              <a:t>Las pruebas exhaustivas con cuentas aisladas son innegociables al desarrollar sistemas concurrentes (grupos y estados logísticos), ya que permiten detectar fallos de sobrescritura de estados que no son evidentes en pruebas unitarias simples.</a:t>
            </a:r>
            <a:endParaRPr b="1" sz="1100">
              <a:solidFill>
                <a:schemeClr val="dk1"/>
              </a:solidFill>
            </a:endParaRPr>
          </a:p>
          <a:p>
            <a:pPr indent="0" lvl="0" marL="0" rtl="0" algn="just">
              <a:spcBef>
                <a:spcPts val="0"/>
              </a:spcBef>
              <a:spcAft>
                <a:spcPts val="0"/>
              </a:spcAft>
              <a:buNone/>
            </a:pPr>
            <a:r>
              <a:t/>
            </a:r>
            <a:endParaRPr b="1" sz="1100">
              <a:solidFill>
                <a:schemeClr val="dk1"/>
              </a:solidFill>
            </a:endParaRPr>
          </a:p>
          <a:p>
            <a:pPr indent="0" lvl="0" marL="0" rtl="0" algn="just">
              <a:spcBef>
                <a:spcPts val="0"/>
              </a:spcBef>
              <a:spcAft>
                <a:spcPts val="0"/>
              </a:spcAft>
              <a:buClr>
                <a:schemeClr val="dk1"/>
              </a:buClr>
              <a:buSzPts val="1100"/>
              <a:buFont typeface="Arial"/>
              <a:buNone/>
            </a:pPr>
            <a:r>
              <a:t/>
            </a:r>
            <a:endParaRPr b="1" sz="1100">
              <a:solidFill>
                <a:schemeClr val="dk1"/>
              </a:solidFill>
            </a:endParaRPr>
          </a:p>
          <a:p>
            <a:pPr indent="0" lvl="0" marL="0" rtl="0" algn="just">
              <a:spcBef>
                <a:spcPts val="0"/>
              </a:spcBef>
              <a:spcAft>
                <a:spcPts val="0"/>
              </a:spcAft>
              <a:buNone/>
            </a:pPr>
            <a:r>
              <a:t/>
            </a:r>
            <a:endParaRPr b="1"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Consideraciones Futuras</a:t>
            </a:r>
            <a:endParaRPr b="1" sz="1700">
              <a:solidFill>
                <a:schemeClr val="dk1"/>
              </a:solidFill>
              <a:latin typeface="Google Sans"/>
              <a:ea typeface="Google Sans"/>
              <a:cs typeface="Google Sans"/>
              <a:sym typeface="Google Sans"/>
            </a:endParaRPr>
          </a:p>
        </p:txBody>
      </p:sp>
      <p:sp>
        <p:nvSpPr>
          <p:cNvPr id="287" name="Google Shape;287;p45"/>
          <p:cNvSpPr txBox="1"/>
          <p:nvPr/>
        </p:nvSpPr>
        <p:spPr>
          <a:xfrm>
            <a:off x="3059075" y="1162900"/>
            <a:ext cx="3597900" cy="313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100">
                <a:solidFill>
                  <a:schemeClr val="dk1"/>
                </a:solidFill>
              </a:rPr>
              <a:t>Durante el periodo de validación y observación, se recogió feedback de los usuarios de prueba. Si bien los requerimientos iniciales se han cumplido en su totalidad, para futuras iteraciones del proyecto se ha documentado la posibilidad de incluir:</a:t>
            </a:r>
            <a:endParaRPr sz="1100">
              <a:solidFill>
                <a:schemeClr val="dk1"/>
              </a:solidFill>
            </a:endParaRPr>
          </a:p>
          <a:p>
            <a:pPr indent="0" lvl="0" marL="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rPr b="1" lang="es" sz="1100">
                <a:solidFill>
                  <a:schemeClr val="dk1"/>
                </a:solidFill>
              </a:rPr>
              <a:t>Subida de fotografías</a:t>
            </a:r>
            <a:r>
              <a:rPr lang="es" sz="1100">
                <a:solidFill>
                  <a:schemeClr val="dk1"/>
                </a:solidFill>
              </a:rPr>
              <a:t>: Permitir a los usuarios compartir imágenes dentro del grupo de los eventos a los que asisten.</a:t>
            </a:r>
            <a:endParaRPr sz="1100">
              <a:solidFill>
                <a:schemeClr val="dk1"/>
              </a:solidFill>
            </a:endParaRPr>
          </a:p>
          <a:p>
            <a:pPr indent="0" lvl="0" marL="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rPr b="1" lang="es" sz="1100">
                <a:solidFill>
                  <a:schemeClr val="dk1"/>
                </a:solidFill>
              </a:rPr>
              <a:t>Chat Interno Logístico</a:t>
            </a:r>
            <a:r>
              <a:rPr lang="es" sz="1100">
                <a:solidFill>
                  <a:schemeClr val="dk1"/>
                </a:solidFill>
              </a:rPr>
              <a:t>: Una sala de mensajería en tiempo real dentro del "grupo de evento" para coordinaciones rápidas sin depender de aplicaciones externas (WhatsApp).</a:t>
            </a:r>
            <a:endParaRPr sz="1100">
              <a:solidFill>
                <a:schemeClr val="dk1"/>
              </a:solidFill>
            </a:endParaRPr>
          </a:p>
          <a:p>
            <a:pPr indent="0" lvl="0" marL="0" rtl="0" algn="just">
              <a:spcBef>
                <a:spcPts val="0"/>
              </a:spcBef>
              <a:spcAft>
                <a:spcPts val="0"/>
              </a:spcAft>
              <a:buNone/>
            </a:pPr>
            <a:r>
              <a:t/>
            </a:r>
            <a:endParaRPr sz="1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46"/>
          <p:cNvPicPr preferRelativeResize="0"/>
          <p:nvPr/>
        </p:nvPicPr>
        <p:blipFill>
          <a:blip r:embed="rId3">
            <a:alphaModFix amt="0"/>
          </a:blip>
          <a:stretch>
            <a:fillRect/>
          </a:stretch>
        </p:blipFill>
        <p:spPr>
          <a:xfrm>
            <a:off x="4629075" y="1328350"/>
            <a:ext cx="3924300" cy="3924300"/>
          </a:xfrm>
          <a:prstGeom prst="rect">
            <a:avLst/>
          </a:prstGeom>
          <a:noFill/>
          <a:ln>
            <a:noFill/>
          </a:ln>
        </p:spPr>
      </p:pic>
      <p:pic>
        <p:nvPicPr>
          <p:cNvPr id="293" name="Google Shape;293;p46"/>
          <p:cNvPicPr preferRelativeResize="0"/>
          <p:nvPr/>
        </p:nvPicPr>
        <p:blipFill>
          <a:blip r:embed="rId4">
            <a:alphaModFix amt="0"/>
          </a:blip>
          <a:stretch>
            <a:fillRect/>
          </a:stretch>
        </p:blipFill>
        <p:spPr>
          <a:xfrm>
            <a:off x="281849" y="900675"/>
            <a:ext cx="4399726" cy="4351973"/>
          </a:xfrm>
          <a:prstGeom prst="rect">
            <a:avLst/>
          </a:prstGeom>
          <a:noFill/>
          <a:ln>
            <a:noFill/>
          </a:ln>
        </p:spPr>
      </p:pic>
      <p:sp>
        <p:nvSpPr>
          <p:cNvPr id="294" name="Google Shape;294;p46"/>
          <p:cNvSpPr txBox="1"/>
          <p:nvPr/>
        </p:nvSpPr>
        <p:spPr>
          <a:xfrm>
            <a:off x="2609850" y="2082900"/>
            <a:ext cx="3924300" cy="9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5600">
                <a:solidFill>
                  <a:schemeClr val="dk2"/>
                </a:solidFill>
                <a:latin typeface="Google Sans"/>
                <a:ea typeface="Google Sans"/>
                <a:cs typeface="Google Sans"/>
                <a:sym typeface="Google Sans"/>
              </a:rPr>
              <a:t>GRACIAS!!!!</a:t>
            </a:r>
            <a:endParaRPr sz="5600">
              <a:solidFill>
                <a:schemeClr val="dk2"/>
              </a:solidFill>
              <a:latin typeface="Google Sans"/>
              <a:ea typeface="Google Sans"/>
              <a:cs typeface="Google Sans"/>
              <a:sym typeface="Google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1000"/>
                                        <p:tgtEl>
                                          <p:spTgt spid="2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1000"/>
                                        <p:tgtEl>
                                          <p:spTgt spid="29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1000"/>
                                        <p:tgtEl>
                                          <p:spTgt spid="29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